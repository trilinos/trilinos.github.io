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9" r:id="rId1"/>
    <p:sldMasterId id="2147483716" r:id="rId2"/>
  </p:sldMasterIdLst>
  <p:notesMasterIdLst>
    <p:notesMasterId r:id="rId24"/>
  </p:notesMasterIdLst>
  <p:sldIdLst>
    <p:sldId id="4192" r:id="rId3"/>
    <p:sldId id="4216" r:id="rId4"/>
    <p:sldId id="4210" r:id="rId5"/>
    <p:sldId id="4212" r:id="rId6"/>
    <p:sldId id="4200" r:id="rId7"/>
    <p:sldId id="2002" r:id="rId8"/>
    <p:sldId id="4199" r:id="rId9"/>
    <p:sldId id="4214" r:id="rId10"/>
    <p:sldId id="4201" r:id="rId11"/>
    <p:sldId id="4202" r:id="rId12"/>
    <p:sldId id="4213" r:id="rId13"/>
    <p:sldId id="4209" r:id="rId14"/>
    <p:sldId id="4203" r:id="rId15"/>
    <p:sldId id="4198" r:id="rId16"/>
    <p:sldId id="4204" r:id="rId17"/>
    <p:sldId id="4205" r:id="rId18"/>
    <p:sldId id="4206" r:id="rId19"/>
    <p:sldId id="4207" r:id="rId20"/>
    <p:sldId id="4208" r:id="rId21"/>
    <p:sldId id="4211" r:id="rId22"/>
    <p:sldId id="421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id="{034B0B4A-A529-6E42-B287-18AA63B3BB8E}">
          <p14:sldIdLst>
            <p14:sldId id="4192"/>
            <p14:sldId id="4216"/>
            <p14:sldId id="4210"/>
            <p14:sldId id="4212"/>
            <p14:sldId id="4200"/>
            <p14:sldId id="2002"/>
            <p14:sldId id="4199"/>
            <p14:sldId id="4214"/>
            <p14:sldId id="4201"/>
            <p14:sldId id="4202"/>
            <p14:sldId id="4213"/>
            <p14:sldId id="4209"/>
            <p14:sldId id="4203"/>
            <p14:sldId id="4198"/>
            <p14:sldId id="4204"/>
            <p14:sldId id="4205"/>
            <p14:sldId id="4206"/>
            <p14:sldId id="4207"/>
            <p14:sldId id="4208"/>
            <p14:sldId id="4211"/>
            <p14:sldId id="4215"/>
          </p14:sldIdLst>
        </p14:section>
      </p14:sectionLst>
    </p:ext>
    <p:ext uri="{EFAFB233-063F-42B5-8137-9DF3F51BA10A}">
      <p15:sldGuideLst xmlns:p15="http://schemas.microsoft.com/office/powerpoint/2012/main">
        <p15:guide id="2" pos="3816" userDrawn="1">
          <p15:clr>
            <a:srgbClr val="A4A3A4"/>
          </p15:clr>
        </p15:guide>
        <p15:guide id="3" orient="horz" pos="2160">
          <p15:clr>
            <a:srgbClr val="A4A3A4"/>
          </p15:clr>
        </p15:guide>
        <p15:guide id="4" orient="horz" pos="29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DD0"/>
    <a:srgbClr val="011C32"/>
    <a:srgbClr val="7C8EA0"/>
    <a:srgbClr val="02143C"/>
    <a:srgbClr val="E8EEFF"/>
    <a:srgbClr val="0214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717C76-EDCE-C745-BF80-2A26DE0F0E52}" v="109" dt="2025-04-29T16:34:01.7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305"/>
    <p:restoredTop sz="96966"/>
  </p:normalViewPr>
  <p:slideViewPr>
    <p:cSldViewPr snapToGrid="0" showGuides="1">
      <p:cViewPr varScale="1">
        <p:scale>
          <a:sx n="250" d="100"/>
          <a:sy n="250" d="100"/>
        </p:scale>
        <p:origin x="176" y="240"/>
      </p:cViewPr>
      <p:guideLst>
        <p:guide pos="3816"/>
        <p:guide orient="horz" pos="2160"/>
        <p:guide orient="horz" pos="2904"/>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owne, Samuel Elliott" userId="90d232cf-dd29-444b-a230-8cb860b64c69" providerId="ADAL" clId="{9E717C76-EDCE-C745-BF80-2A26DE0F0E52}"/>
    <pc:docChg chg="undo redo custSel addSld delSld modSld sldOrd delSection modSection">
      <pc:chgData name="Browne, Samuel Elliott" userId="90d232cf-dd29-444b-a230-8cb860b64c69" providerId="ADAL" clId="{9E717C76-EDCE-C745-BF80-2A26DE0F0E52}" dt="2025-04-29T19:18:58.840" v="11827" actId="20577"/>
      <pc:docMkLst>
        <pc:docMk/>
      </pc:docMkLst>
      <pc:sldChg chg="del">
        <pc:chgData name="Browne, Samuel Elliott" userId="90d232cf-dd29-444b-a230-8cb860b64c69" providerId="ADAL" clId="{9E717C76-EDCE-C745-BF80-2A26DE0F0E52}" dt="2025-04-28T01:30:54.491" v="7565" actId="2696"/>
        <pc:sldMkLst>
          <pc:docMk/>
          <pc:sldMk cId="2783780418" sldId="1832"/>
        </pc:sldMkLst>
      </pc:sldChg>
      <pc:sldChg chg="del">
        <pc:chgData name="Browne, Samuel Elliott" userId="90d232cf-dd29-444b-a230-8cb860b64c69" providerId="ADAL" clId="{9E717C76-EDCE-C745-BF80-2A26DE0F0E52}" dt="2025-04-28T01:30:06.317" v="7439" actId="18676"/>
        <pc:sldMkLst>
          <pc:docMk/>
          <pc:sldMk cId="2045155341" sldId="1833"/>
        </pc:sldMkLst>
      </pc:sldChg>
      <pc:sldChg chg="del">
        <pc:chgData name="Browne, Samuel Elliott" userId="90d232cf-dd29-444b-a230-8cb860b64c69" providerId="ADAL" clId="{9E717C76-EDCE-C745-BF80-2A26DE0F0E52}" dt="2025-04-28T01:30:06.317" v="7439" actId="18676"/>
        <pc:sldMkLst>
          <pc:docMk/>
          <pc:sldMk cId="2443333028" sldId="1845"/>
        </pc:sldMkLst>
      </pc:sldChg>
      <pc:sldChg chg="addSp delSp modSp mod">
        <pc:chgData name="Browne, Samuel Elliott" userId="90d232cf-dd29-444b-a230-8cb860b64c69" providerId="ADAL" clId="{9E717C76-EDCE-C745-BF80-2A26DE0F0E52}" dt="2025-04-29T16:33:36.744" v="11125" actId="166"/>
        <pc:sldMkLst>
          <pc:docMk/>
          <pc:sldMk cId="1467658126" sldId="2002"/>
        </pc:sldMkLst>
        <pc:spChg chg="mod">
          <ac:chgData name="Browne, Samuel Elliott" userId="90d232cf-dd29-444b-a230-8cb860b64c69" providerId="ADAL" clId="{9E717C76-EDCE-C745-BF80-2A26DE0F0E52}" dt="2025-04-24T13:55:59.709" v="881" actId="207"/>
          <ac:spMkLst>
            <pc:docMk/>
            <pc:sldMk cId="1467658126" sldId="2002"/>
            <ac:spMk id="3" creationId="{F4609487-EA2D-0FFD-7B9F-CBB7288ABFD4}"/>
          </ac:spMkLst>
        </pc:spChg>
        <pc:spChg chg="mod topLvl">
          <ac:chgData name="Browne, Samuel Elliott" userId="90d232cf-dd29-444b-a230-8cb860b64c69" providerId="ADAL" clId="{9E717C76-EDCE-C745-BF80-2A26DE0F0E52}" dt="2025-04-28T19:24:43.827" v="10333" actId="165"/>
          <ac:spMkLst>
            <pc:docMk/>
            <pc:sldMk cId="1467658126" sldId="2002"/>
            <ac:spMk id="4" creationId="{6EC332F2-8650-DDF1-5B3F-3B9DEC6CE82F}"/>
          </ac:spMkLst>
        </pc:spChg>
        <pc:spChg chg="mod topLvl">
          <ac:chgData name="Browne, Samuel Elliott" userId="90d232cf-dd29-444b-a230-8cb860b64c69" providerId="ADAL" clId="{9E717C76-EDCE-C745-BF80-2A26DE0F0E52}" dt="2025-04-28T19:24:43.827" v="10333" actId="165"/>
          <ac:spMkLst>
            <pc:docMk/>
            <pc:sldMk cId="1467658126" sldId="2002"/>
            <ac:spMk id="5" creationId="{60ECEC0A-EA49-B0C0-B864-A499D6AFDDF4}"/>
          </ac:spMkLst>
        </pc:spChg>
        <pc:spChg chg="mod">
          <ac:chgData name="Browne, Samuel Elliott" userId="90d232cf-dd29-444b-a230-8cb860b64c69" providerId="ADAL" clId="{9E717C76-EDCE-C745-BF80-2A26DE0F0E52}" dt="2025-04-24T14:02:01.564" v="1075" actId="1037"/>
          <ac:spMkLst>
            <pc:docMk/>
            <pc:sldMk cId="1467658126" sldId="2002"/>
            <ac:spMk id="9" creationId="{BA18EF37-088E-3B8E-DEB8-2F3D13E619EB}"/>
          </ac:spMkLst>
        </pc:spChg>
        <pc:spChg chg="topLvl">
          <ac:chgData name="Browne, Samuel Elliott" userId="90d232cf-dd29-444b-a230-8cb860b64c69" providerId="ADAL" clId="{9E717C76-EDCE-C745-BF80-2A26DE0F0E52}" dt="2025-04-28T17:55:44.776" v="10159" actId="165"/>
          <ac:spMkLst>
            <pc:docMk/>
            <pc:sldMk cId="1467658126" sldId="2002"/>
            <ac:spMk id="10" creationId="{2291CBF1-EE86-BCC9-4D39-2FAA4936BC5E}"/>
          </ac:spMkLst>
        </pc:spChg>
        <pc:spChg chg="mod">
          <ac:chgData name="Browne, Samuel Elliott" userId="90d232cf-dd29-444b-a230-8cb860b64c69" providerId="ADAL" clId="{9E717C76-EDCE-C745-BF80-2A26DE0F0E52}" dt="2025-04-24T14:02:01.564" v="1075" actId="1037"/>
          <ac:spMkLst>
            <pc:docMk/>
            <pc:sldMk cId="1467658126" sldId="2002"/>
            <ac:spMk id="12" creationId="{221BACA4-1E3F-6AF3-D0FA-8FCD794534D8}"/>
          </ac:spMkLst>
        </pc:spChg>
        <pc:spChg chg="add mod">
          <ac:chgData name="Browne, Samuel Elliott" userId="90d232cf-dd29-444b-a230-8cb860b64c69" providerId="ADAL" clId="{9E717C76-EDCE-C745-BF80-2A26DE0F0E52}" dt="2025-04-24T14:01:12.747" v="1048" actId="1076"/>
          <ac:spMkLst>
            <pc:docMk/>
            <pc:sldMk cId="1467658126" sldId="2002"/>
            <ac:spMk id="13" creationId="{1C7B8B25-B084-34E6-A56C-18BDE8828BE4}"/>
          </ac:spMkLst>
        </pc:spChg>
        <pc:spChg chg="add mod">
          <ac:chgData name="Browne, Samuel Elliott" userId="90d232cf-dd29-444b-a230-8cb860b64c69" providerId="ADAL" clId="{9E717C76-EDCE-C745-BF80-2A26DE0F0E52}" dt="2025-04-24T14:01:12.747" v="1048" actId="1076"/>
          <ac:spMkLst>
            <pc:docMk/>
            <pc:sldMk cId="1467658126" sldId="2002"/>
            <ac:spMk id="16" creationId="{499EC5EA-0514-C28F-D144-0048047FD44C}"/>
          </ac:spMkLst>
        </pc:spChg>
        <pc:spChg chg="topLvl">
          <ac:chgData name="Browne, Samuel Elliott" userId="90d232cf-dd29-444b-a230-8cb860b64c69" providerId="ADAL" clId="{9E717C76-EDCE-C745-BF80-2A26DE0F0E52}" dt="2025-04-28T17:55:44.776" v="10159" actId="165"/>
          <ac:spMkLst>
            <pc:docMk/>
            <pc:sldMk cId="1467658126" sldId="2002"/>
            <ac:spMk id="18" creationId="{64DCEC55-4B7A-C7D0-498D-F641804FD764}"/>
          </ac:spMkLst>
        </pc:spChg>
        <pc:spChg chg="mod">
          <ac:chgData name="Browne, Samuel Elliott" userId="90d232cf-dd29-444b-a230-8cb860b64c69" providerId="ADAL" clId="{9E717C76-EDCE-C745-BF80-2A26DE0F0E52}" dt="2025-04-28T19:23:33.739" v="10329" actId="207"/>
          <ac:spMkLst>
            <pc:docMk/>
            <pc:sldMk cId="1467658126" sldId="2002"/>
            <ac:spMk id="28" creationId="{BC100741-069D-50A5-B3D9-40637A390F73}"/>
          </ac:spMkLst>
        </pc:spChg>
        <pc:spChg chg="mod">
          <ac:chgData name="Browne, Samuel Elliott" userId="90d232cf-dd29-444b-a230-8cb860b64c69" providerId="ADAL" clId="{9E717C76-EDCE-C745-BF80-2A26DE0F0E52}" dt="2025-04-28T17:18:51.633" v="9848" actId="13926"/>
          <ac:spMkLst>
            <pc:docMk/>
            <pc:sldMk cId="1467658126" sldId="2002"/>
            <ac:spMk id="38" creationId="{C9EAAF6B-D54B-5C98-8AB4-D0E053BA2B3C}"/>
          </ac:spMkLst>
        </pc:spChg>
        <pc:spChg chg="mod topLvl">
          <ac:chgData name="Browne, Samuel Elliott" userId="90d232cf-dd29-444b-a230-8cb860b64c69" providerId="ADAL" clId="{9E717C76-EDCE-C745-BF80-2A26DE0F0E52}" dt="2025-04-28T19:26:16.087" v="10358" actId="20577"/>
          <ac:spMkLst>
            <pc:docMk/>
            <pc:sldMk cId="1467658126" sldId="2002"/>
            <ac:spMk id="41" creationId="{534AC503-9542-EC4E-1F8B-B52790649801}"/>
          </ac:spMkLst>
        </pc:spChg>
        <pc:spChg chg="mod topLvl">
          <ac:chgData name="Browne, Samuel Elliott" userId="90d232cf-dd29-444b-a230-8cb860b64c69" providerId="ADAL" clId="{9E717C76-EDCE-C745-BF80-2A26DE0F0E52}" dt="2025-04-28T19:25:43.705" v="10341" actId="165"/>
          <ac:spMkLst>
            <pc:docMk/>
            <pc:sldMk cId="1467658126" sldId="2002"/>
            <ac:spMk id="42" creationId="{CB8FCC48-9C67-D31E-645D-B004978EF0A8}"/>
          </ac:spMkLst>
        </pc:spChg>
        <pc:spChg chg="mod topLvl">
          <ac:chgData name="Browne, Samuel Elliott" userId="90d232cf-dd29-444b-a230-8cb860b64c69" providerId="ADAL" clId="{9E717C76-EDCE-C745-BF80-2A26DE0F0E52}" dt="2025-04-28T19:23:43.020" v="10330" actId="207"/>
          <ac:spMkLst>
            <pc:docMk/>
            <pc:sldMk cId="1467658126" sldId="2002"/>
            <ac:spMk id="60" creationId="{890FA827-A7E6-BBA9-705B-1CCA33CB1C21}"/>
          </ac:spMkLst>
        </pc:spChg>
        <pc:spChg chg="mod">
          <ac:chgData name="Browne, Samuel Elliott" userId="90d232cf-dd29-444b-a230-8cb860b64c69" providerId="ADAL" clId="{9E717C76-EDCE-C745-BF80-2A26DE0F0E52}" dt="2025-04-28T19:23:52.719" v="10332" actId="170"/>
          <ac:spMkLst>
            <pc:docMk/>
            <pc:sldMk cId="1467658126" sldId="2002"/>
            <ac:spMk id="73" creationId="{8E1CD3CE-7560-C5A2-2500-A0DE8CD32BF0}"/>
          </ac:spMkLst>
        </pc:spChg>
        <pc:spChg chg="mod topLvl">
          <ac:chgData name="Browne, Samuel Elliott" userId="90d232cf-dd29-444b-a230-8cb860b64c69" providerId="ADAL" clId="{9E717C76-EDCE-C745-BF80-2A26DE0F0E52}" dt="2025-04-28T19:23:43.020" v="10330" actId="207"/>
          <ac:spMkLst>
            <pc:docMk/>
            <pc:sldMk cId="1467658126" sldId="2002"/>
            <ac:spMk id="83" creationId="{8DABA13D-D6F2-D3EB-BEC0-4738B364DBE4}"/>
          </ac:spMkLst>
        </pc:spChg>
        <pc:grpChg chg="add del mod">
          <ac:chgData name="Browne, Samuel Elliott" userId="90d232cf-dd29-444b-a230-8cb860b64c69" providerId="ADAL" clId="{9E717C76-EDCE-C745-BF80-2A26DE0F0E52}" dt="2025-04-28T17:55:44.776" v="10159" actId="165"/>
          <ac:grpSpMkLst>
            <pc:docMk/>
            <pc:sldMk cId="1467658126" sldId="2002"/>
            <ac:grpSpMk id="2" creationId="{060EAE21-A4F5-A0C7-D6A8-41840AC9D000}"/>
          </ac:grpSpMkLst>
        </pc:grpChg>
        <pc:grpChg chg="del mod">
          <ac:chgData name="Browne, Samuel Elliott" userId="90d232cf-dd29-444b-a230-8cb860b64c69" providerId="ADAL" clId="{9E717C76-EDCE-C745-BF80-2A26DE0F0E52}" dt="2025-04-28T19:25:43.705" v="10341" actId="165"/>
          <ac:grpSpMkLst>
            <pc:docMk/>
            <pc:sldMk cId="1467658126" sldId="2002"/>
            <ac:grpSpMk id="43" creationId="{BD8C9BBB-324C-8D6E-88C1-7F0032F14F60}"/>
          </ac:grpSpMkLst>
        </pc:grpChg>
        <pc:grpChg chg="add del mod">
          <ac:chgData name="Browne, Samuel Elliott" userId="90d232cf-dd29-444b-a230-8cb860b64c69" providerId="ADAL" clId="{9E717C76-EDCE-C745-BF80-2A26DE0F0E52}" dt="2025-04-28T19:24:43.827" v="10333" actId="165"/>
          <ac:grpSpMkLst>
            <pc:docMk/>
            <pc:sldMk cId="1467658126" sldId="2002"/>
            <ac:grpSpMk id="46" creationId="{B4EC9DB3-DBC5-8593-1E36-0445BA27285E}"/>
          </ac:grpSpMkLst>
        </pc:grpChg>
        <pc:grpChg chg="add mod">
          <ac:chgData name="Browne, Samuel Elliott" userId="90d232cf-dd29-444b-a230-8cb860b64c69" providerId="ADAL" clId="{9E717C76-EDCE-C745-BF80-2A26DE0F0E52}" dt="2025-04-28T19:23:33.739" v="10329" actId="207"/>
          <ac:grpSpMkLst>
            <pc:docMk/>
            <pc:sldMk cId="1467658126" sldId="2002"/>
            <ac:grpSpMk id="47" creationId="{AB30A0CC-82F3-5164-BE4E-F3857278EA5D}"/>
          </ac:grpSpMkLst>
        </pc:grpChg>
        <pc:grpChg chg="add">
          <ac:chgData name="Browne, Samuel Elliott" userId="90d232cf-dd29-444b-a230-8cb860b64c69" providerId="ADAL" clId="{9E717C76-EDCE-C745-BF80-2A26DE0F0E52}" dt="2025-04-28T19:25:02.231" v="10336" actId="164"/>
          <ac:grpSpMkLst>
            <pc:docMk/>
            <pc:sldMk cId="1467658126" sldId="2002"/>
            <ac:grpSpMk id="55" creationId="{38873DCE-3C04-54B4-A610-0AB57DB0F3EB}"/>
          </ac:grpSpMkLst>
        </pc:grpChg>
        <pc:grpChg chg="add">
          <ac:chgData name="Browne, Samuel Elliott" userId="90d232cf-dd29-444b-a230-8cb860b64c69" providerId="ADAL" clId="{9E717C76-EDCE-C745-BF80-2A26DE0F0E52}" dt="2025-04-28T19:26:21.369" v="10359" actId="164"/>
          <ac:grpSpMkLst>
            <pc:docMk/>
            <pc:sldMk cId="1467658126" sldId="2002"/>
            <ac:grpSpMk id="56" creationId="{AF768B31-C7A3-5375-E0A4-6EAF9B2FB1AB}"/>
          </ac:grpSpMkLst>
        </pc:grpChg>
        <pc:grpChg chg="mod">
          <ac:chgData name="Browne, Samuel Elliott" userId="90d232cf-dd29-444b-a230-8cb860b64c69" providerId="ADAL" clId="{9E717C76-EDCE-C745-BF80-2A26DE0F0E52}" dt="2025-04-28T19:23:33.739" v="10329" actId="207"/>
          <ac:grpSpMkLst>
            <pc:docMk/>
            <pc:sldMk cId="1467658126" sldId="2002"/>
            <ac:grpSpMk id="58" creationId="{6A125BB9-8618-8E1F-A561-925E57B347CA}"/>
          </ac:grpSpMkLst>
        </pc:grpChg>
        <pc:picChg chg="mod topLvl">
          <ac:chgData name="Browne, Samuel Elliott" userId="90d232cf-dd29-444b-a230-8cb860b64c69" providerId="ADAL" clId="{9E717C76-EDCE-C745-BF80-2A26DE0F0E52}" dt="2025-04-28T17:56:02.910" v="10162" actId="1076"/>
          <ac:picMkLst>
            <pc:docMk/>
            <pc:sldMk cId="1467658126" sldId="2002"/>
            <ac:picMk id="8" creationId="{CCC159AD-68F1-68B2-529A-CB35BF4AAD39}"/>
          </ac:picMkLst>
        </pc:picChg>
        <pc:picChg chg="mod">
          <ac:chgData name="Browne, Samuel Elliott" userId="90d232cf-dd29-444b-a230-8cb860b64c69" providerId="ADAL" clId="{9E717C76-EDCE-C745-BF80-2A26DE0F0E52}" dt="2025-04-24T14:06:08.950" v="1138" actId="1076"/>
          <ac:picMkLst>
            <pc:docMk/>
            <pc:sldMk cId="1467658126" sldId="2002"/>
            <ac:picMk id="40" creationId="{20A02E9F-35BE-0E32-3CDA-AD1078513644}"/>
          </ac:picMkLst>
        </pc:picChg>
        <pc:picChg chg="mod topLvl">
          <ac:chgData name="Browne, Samuel Elliott" userId="90d232cf-dd29-444b-a230-8cb860b64c69" providerId="ADAL" clId="{9E717C76-EDCE-C745-BF80-2A26DE0F0E52}" dt="2025-04-28T19:24:57.780" v="10335" actId="207"/>
          <ac:picMkLst>
            <pc:docMk/>
            <pc:sldMk cId="1467658126" sldId="2002"/>
            <ac:picMk id="1026" creationId="{88705503-3E7D-D317-048E-947C8C6226AD}"/>
          </ac:picMkLst>
        </pc:picChg>
        <pc:picChg chg="mod">
          <ac:chgData name="Browne, Samuel Elliott" userId="90d232cf-dd29-444b-a230-8cb860b64c69" providerId="ADAL" clId="{9E717C76-EDCE-C745-BF80-2A26DE0F0E52}" dt="2025-04-24T14:06:12.949" v="1139" actId="1076"/>
          <ac:picMkLst>
            <pc:docMk/>
            <pc:sldMk cId="1467658126" sldId="2002"/>
            <ac:picMk id="1030" creationId="{90F013C9-7A16-D54A-F9B1-68B26FA4B784}"/>
          </ac:picMkLst>
        </pc:picChg>
        <pc:picChg chg="mod topLvl modCrop">
          <ac:chgData name="Browne, Samuel Elliott" userId="90d232cf-dd29-444b-a230-8cb860b64c69" providerId="ADAL" clId="{9E717C76-EDCE-C745-BF80-2A26DE0F0E52}" dt="2025-04-28T19:26:14.533" v="10356" actId="1076"/>
          <ac:picMkLst>
            <pc:docMk/>
            <pc:sldMk cId="1467658126" sldId="2002"/>
            <ac:picMk id="1032" creationId="{D5CD62BB-9936-A893-C961-9EDC47FDE440}"/>
          </ac:picMkLst>
        </pc:picChg>
        <pc:cxnChg chg="add mod">
          <ac:chgData name="Browne, Samuel Elliott" userId="90d232cf-dd29-444b-a230-8cb860b64c69" providerId="ADAL" clId="{9E717C76-EDCE-C745-BF80-2A26DE0F0E52}" dt="2025-04-24T14:01:12.747" v="1048" actId="1076"/>
          <ac:cxnSpMkLst>
            <pc:docMk/>
            <pc:sldMk cId="1467658126" sldId="2002"/>
            <ac:cxnSpMk id="11" creationId="{2C17C0A8-3295-3EEF-F0DE-6F4618F11199}"/>
          </ac:cxnSpMkLst>
        </pc:cxnChg>
        <pc:cxnChg chg="mod">
          <ac:chgData name="Browne, Samuel Elliott" userId="90d232cf-dd29-444b-a230-8cb860b64c69" providerId="ADAL" clId="{9E717C76-EDCE-C745-BF80-2A26DE0F0E52}" dt="2025-04-24T13:58:47.043" v="954" actId="14100"/>
          <ac:cxnSpMkLst>
            <pc:docMk/>
            <pc:sldMk cId="1467658126" sldId="2002"/>
            <ac:cxnSpMk id="14" creationId="{D75F4D2C-1BCA-16D1-512B-77DA4E85235C}"/>
          </ac:cxnSpMkLst>
        </pc:cxnChg>
        <pc:cxnChg chg="mod">
          <ac:chgData name="Browne, Samuel Elliott" userId="90d232cf-dd29-444b-a230-8cb860b64c69" providerId="ADAL" clId="{9E717C76-EDCE-C745-BF80-2A26DE0F0E52}" dt="2025-04-29T16:33:36.744" v="11125" actId="166"/>
          <ac:cxnSpMkLst>
            <pc:docMk/>
            <pc:sldMk cId="1467658126" sldId="2002"/>
            <ac:cxnSpMk id="20" creationId="{4FC855D1-60A0-4229-9341-60D0011FC127}"/>
          </ac:cxnSpMkLst>
        </pc:cxnChg>
        <pc:cxnChg chg="mod">
          <ac:chgData name="Browne, Samuel Elliott" userId="90d232cf-dd29-444b-a230-8cb860b64c69" providerId="ADAL" clId="{9E717C76-EDCE-C745-BF80-2A26DE0F0E52}" dt="2025-04-28T17:57:36.559" v="10182" actId="14100"/>
          <ac:cxnSpMkLst>
            <pc:docMk/>
            <pc:sldMk cId="1467658126" sldId="2002"/>
            <ac:cxnSpMk id="32" creationId="{A70598F1-F8D1-AFD3-C602-A65381E9D36F}"/>
          </ac:cxnSpMkLst>
        </pc:cxnChg>
        <pc:cxnChg chg="mod">
          <ac:chgData name="Browne, Samuel Elliott" userId="90d232cf-dd29-444b-a230-8cb860b64c69" providerId="ADAL" clId="{9E717C76-EDCE-C745-BF80-2A26DE0F0E52}" dt="2025-04-29T16:33:36.744" v="11125" actId="166"/>
          <ac:cxnSpMkLst>
            <pc:docMk/>
            <pc:sldMk cId="1467658126" sldId="2002"/>
            <ac:cxnSpMk id="34" creationId="{83611278-4AF7-EF9C-0E82-971B31A1ECA2}"/>
          </ac:cxnSpMkLst>
        </pc:cxnChg>
        <pc:cxnChg chg="mod">
          <ac:chgData name="Browne, Samuel Elliott" userId="90d232cf-dd29-444b-a230-8cb860b64c69" providerId="ADAL" clId="{9E717C76-EDCE-C745-BF80-2A26DE0F0E52}" dt="2025-04-29T16:33:36.744" v="11125" actId="166"/>
          <ac:cxnSpMkLst>
            <pc:docMk/>
            <pc:sldMk cId="1467658126" sldId="2002"/>
            <ac:cxnSpMk id="36" creationId="{61A8B583-05FC-4CA5-A89B-8FEEBBB7CC37}"/>
          </ac:cxnSpMkLst>
        </pc:cxnChg>
        <pc:cxnChg chg="add mod">
          <ac:chgData name="Browne, Samuel Elliott" userId="90d232cf-dd29-444b-a230-8cb860b64c69" providerId="ADAL" clId="{9E717C76-EDCE-C745-BF80-2A26DE0F0E52}" dt="2025-04-28T17:57:24.678" v="10180" actId="13822"/>
          <ac:cxnSpMkLst>
            <pc:docMk/>
            <pc:sldMk cId="1467658126" sldId="2002"/>
            <ac:cxnSpMk id="49" creationId="{13131BBB-72A9-06E8-F495-9FB084CCB8A5}"/>
          </ac:cxnSpMkLst>
        </pc:cxnChg>
        <pc:cxnChg chg="mod">
          <ac:chgData name="Browne, Samuel Elliott" userId="90d232cf-dd29-444b-a230-8cb860b64c69" providerId="ADAL" clId="{9E717C76-EDCE-C745-BF80-2A26DE0F0E52}" dt="2025-04-28T12:08:46.581" v="9119" actId="14100"/>
          <ac:cxnSpMkLst>
            <pc:docMk/>
            <pc:sldMk cId="1467658126" sldId="2002"/>
            <ac:cxnSpMk id="53" creationId="{95A38E87-7EC7-D462-24D9-60D6B5EBDE9B}"/>
          </ac:cxnSpMkLst>
        </pc:cxnChg>
        <pc:cxnChg chg="del mod">
          <ac:chgData name="Browne, Samuel Elliott" userId="90d232cf-dd29-444b-a230-8cb860b64c69" providerId="ADAL" clId="{9E717C76-EDCE-C745-BF80-2A26DE0F0E52}" dt="2025-04-28T17:57:12.598" v="10177" actId="478"/>
          <ac:cxnSpMkLst>
            <pc:docMk/>
            <pc:sldMk cId="1467658126" sldId="2002"/>
            <ac:cxnSpMk id="59" creationId="{326A9393-4E62-A512-D824-380A6981EBAC}"/>
          </ac:cxnSpMkLst>
        </pc:cxnChg>
      </pc:sldChg>
      <pc:sldChg chg="del">
        <pc:chgData name="Browne, Samuel Elliott" userId="90d232cf-dd29-444b-a230-8cb860b64c69" providerId="ADAL" clId="{9E717C76-EDCE-C745-BF80-2A26DE0F0E52}" dt="2025-04-28T01:30:06.317" v="7439" actId="18676"/>
        <pc:sldMkLst>
          <pc:docMk/>
          <pc:sldMk cId="2746054280" sldId="4190"/>
        </pc:sldMkLst>
      </pc:sldChg>
      <pc:sldChg chg="del">
        <pc:chgData name="Browne, Samuel Elliott" userId="90d232cf-dd29-444b-a230-8cb860b64c69" providerId="ADAL" clId="{9E717C76-EDCE-C745-BF80-2A26DE0F0E52}" dt="2025-04-28T01:30:55.411" v="7566" actId="2696"/>
        <pc:sldMkLst>
          <pc:docMk/>
          <pc:sldMk cId="3583392496" sldId="4191"/>
        </pc:sldMkLst>
      </pc:sldChg>
      <pc:sldChg chg="modSp mod">
        <pc:chgData name="Browne, Samuel Elliott" userId="90d232cf-dd29-444b-a230-8cb860b64c69" providerId="ADAL" clId="{9E717C76-EDCE-C745-BF80-2A26DE0F0E52}" dt="2025-04-28T01:30:45.616" v="7563" actId="20577"/>
        <pc:sldMkLst>
          <pc:docMk/>
          <pc:sldMk cId="563963218" sldId="4192"/>
        </pc:sldMkLst>
        <pc:spChg chg="mod">
          <ac:chgData name="Browne, Samuel Elliott" userId="90d232cf-dd29-444b-a230-8cb860b64c69" providerId="ADAL" clId="{9E717C76-EDCE-C745-BF80-2A26DE0F0E52}" dt="2025-04-28T01:30:25.670" v="7489" actId="20577"/>
          <ac:spMkLst>
            <pc:docMk/>
            <pc:sldMk cId="563963218" sldId="4192"/>
            <ac:spMk id="8" creationId="{86A2410B-6AF7-5C23-C262-97C467549352}"/>
          </ac:spMkLst>
        </pc:spChg>
        <pc:spChg chg="mod">
          <ac:chgData name="Browne, Samuel Elliott" userId="90d232cf-dd29-444b-a230-8cb860b64c69" providerId="ADAL" clId="{9E717C76-EDCE-C745-BF80-2A26DE0F0E52}" dt="2025-04-28T01:30:31.595" v="7507" actId="20577"/>
          <ac:spMkLst>
            <pc:docMk/>
            <pc:sldMk cId="563963218" sldId="4192"/>
            <ac:spMk id="9" creationId="{277E70AA-80C4-8182-CFB3-3F7F8063FE23}"/>
          </ac:spMkLst>
        </pc:spChg>
        <pc:spChg chg="mod">
          <ac:chgData name="Browne, Samuel Elliott" userId="90d232cf-dd29-444b-a230-8cb860b64c69" providerId="ADAL" clId="{9E717C76-EDCE-C745-BF80-2A26DE0F0E52}" dt="2025-04-28T01:30:37.470" v="7537" actId="20577"/>
          <ac:spMkLst>
            <pc:docMk/>
            <pc:sldMk cId="563963218" sldId="4192"/>
            <ac:spMk id="11" creationId="{723372AE-4EB0-AF36-96F8-172343BDF00D}"/>
          </ac:spMkLst>
        </pc:spChg>
        <pc:spChg chg="mod">
          <ac:chgData name="Browne, Samuel Elliott" userId="90d232cf-dd29-444b-a230-8cb860b64c69" providerId="ADAL" clId="{9E717C76-EDCE-C745-BF80-2A26DE0F0E52}" dt="2025-04-28T01:30:45.616" v="7563" actId="20577"/>
          <ac:spMkLst>
            <pc:docMk/>
            <pc:sldMk cId="563963218" sldId="4192"/>
            <ac:spMk id="13" creationId="{E22B2ACE-23E2-92D2-528F-973283EE27CB}"/>
          </ac:spMkLst>
        </pc:spChg>
      </pc:sldChg>
      <pc:sldChg chg="del">
        <pc:chgData name="Browne, Samuel Elliott" userId="90d232cf-dd29-444b-a230-8cb860b64c69" providerId="ADAL" clId="{9E717C76-EDCE-C745-BF80-2A26DE0F0E52}" dt="2025-04-28T01:30:52.474" v="7564" actId="2696"/>
        <pc:sldMkLst>
          <pc:docMk/>
          <pc:sldMk cId="1618533166" sldId="4195"/>
        </pc:sldMkLst>
      </pc:sldChg>
      <pc:sldChg chg="del">
        <pc:chgData name="Browne, Samuel Elliott" userId="90d232cf-dd29-444b-a230-8cb860b64c69" providerId="ADAL" clId="{9E717C76-EDCE-C745-BF80-2A26DE0F0E52}" dt="2025-04-28T01:30:06.317" v="7439" actId="18676"/>
        <pc:sldMkLst>
          <pc:docMk/>
          <pc:sldMk cId="1785517583" sldId="4197"/>
        </pc:sldMkLst>
      </pc:sldChg>
      <pc:sldChg chg="addSp modSp mod">
        <pc:chgData name="Browne, Samuel Elliott" userId="90d232cf-dd29-444b-a230-8cb860b64c69" providerId="ADAL" clId="{9E717C76-EDCE-C745-BF80-2A26DE0F0E52}" dt="2025-04-27T18:42:22.768" v="3067" actId="1076"/>
        <pc:sldMkLst>
          <pc:docMk/>
          <pc:sldMk cId="2155435337" sldId="4198"/>
        </pc:sldMkLst>
        <pc:spChg chg="add mod">
          <ac:chgData name="Browne, Samuel Elliott" userId="90d232cf-dd29-444b-a230-8cb860b64c69" providerId="ADAL" clId="{9E717C76-EDCE-C745-BF80-2A26DE0F0E52}" dt="2025-04-27T18:42:22.768" v="3067" actId="1076"/>
          <ac:spMkLst>
            <pc:docMk/>
            <pc:sldMk cId="2155435337" sldId="4198"/>
            <ac:spMk id="2" creationId="{3016E043-0F20-EE47-1566-325D947B72CF}"/>
          </ac:spMkLst>
        </pc:spChg>
        <pc:spChg chg="mod">
          <ac:chgData name="Browne, Samuel Elliott" userId="90d232cf-dd29-444b-a230-8cb860b64c69" providerId="ADAL" clId="{9E717C76-EDCE-C745-BF80-2A26DE0F0E52}" dt="2025-04-27T18:30:48.353" v="2113" actId="20577"/>
          <ac:spMkLst>
            <pc:docMk/>
            <pc:sldMk cId="2155435337" sldId="4198"/>
            <ac:spMk id="6" creationId="{EED0AF18-2C6A-975D-6991-22E4EC1DDB88}"/>
          </ac:spMkLst>
        </pc:spChg>
        <pc:spChg chg="mod">
          <ac:chgData name="Browne, Samuel Elliott" userId="90d232cf-dd29-444b-a230-8cb860b64c69" providerId="ADAL" clId="{9E717C76-EDCE-C745-BF80-2A26DE0F0E52}" dt="2025-04-27T18:31:12.550" v="2189" actId="20577"/>
          <ac:spMkLst>
            <pc:docMk/>
            <pc:sldMk cId="2155435337" sldId="4198"/>
            <ac:spMk id="7" creationId="{C1BD312F-D4C4-9150-434A-F18FCB24D279}"/>
          </ac:spMkLst>
        </pc:spChg>
      </pc:sldChg>
      <pc:sldChg chg="addSp delSp modSp mod ord">
        <pc:chgData name="Browne, Samuel Elliott" userId="90d232cf-dd29-444b-a230-8cb860b64c69" providerId="ADAL" clId="{9E717C76-EDCE-C745-BF80-2A26DE0F0E52}" dt="2025-04-28T19:31:12.280" v="10407" actId="208"/>
        <pc:sldMkLst>
          <pc:docMk/>
          <pc:sldMk cId="2404295052" sldId="4199"/>
        </pc:sldMkLst>
        <pc:spChg chg="add mod topLvl">
          <ac:chgData name="Browne, Samuel Elliott" userId="90d232cf-dd29-444b-a230-8cb860b64c69" providerId="ADAL" clId="{9E717C76-EDCE-C745-BF80-2A26DE0F0E52}" dt="2025-04-28T17:11:42.317" v="9832" actId="208"/>
          <ac:spMkLst>
            <pc:docMk/>
            <pc:sldMk cId="2404295052" sldId="4199"/>
            <ac:spMk id="2" creationId="{AD25A73C-7132-6E9A-0294-AFEADC4BC5F6}"/>
          </ac:spMkLst>
        </pc:spChg>
        <pc:spChg chg="add mod">
          <ac:chgData name="Browne, Samuel Elliott" userId="90d232cf-dd29-444b-a230-8cb860b64c69" providerId="ADAL" clId="{9E717C76-EDCE-C745-BF80-2A26DE0F0E52}" dt="2025-04-28T17:07:02.002" v="9800" actId="14100"/>
          <ac:spMkLst>
            <pc:docMk/>
            <pc:sldMk cId="2404295052" sldId="4199"/>
            <ac:spMk id="8" creationId="{BA110B4E-E335-F423-FC8F-CE79391623AD}"/>
          </ac:spMkLst>
        </pc:spChg>
        <pc:spChg chg="add mod">
          <ac:chgData name="Browne, Samuel Elliott" userId="90d232cf-dd29-444b-a230-8cb860b64c69" providerId="ADAL" clId="{9E717C76-EDCE-C745-BF80-2A26DE0F0E52}" dt="2025-04-28T19:30:56.022" v="10405" actId="207"/>
          <ac:spMkLst>
            <pc:docMk/>
            <pc:sldMk cId="2404295052" sldId="4199"/>
            <ac:spMk id="9" creationId="{EE98F12D-0E55-9A6F-3BA9-2D0A491BA0A4}"/>
          </ac:spMkLst>
        </pc:spChg>
        <pc:spChg chg="add mod">
          <ac:chgData name="Browne, Samuel Elliott" userId="90d232cf-dd29-444b-a230-8cb860b64c69" providerId="ADAL" clId="{9E717C76-EDCE-C745-BF80-2A26DE0F0E52}" dt="2025-04-28T17:07:22.627" v="9803" actId="207"/>
          <ac:spMkLst>
            <pc:docMk/>
            <pc:sldMk cId="2404295052" sldId="4199"/>
            <ac:spMk id="10" creationId="{3F66ED2F-3499-639B-36D7-6331B1D5D5B5}"/>
          </ac:spMkLst>
        </pc:spChg>
        <pc:spChg chg="mod topLvl">
          <ac:chgData name="Browne, Samuel Elliott" userId="90d232cf-dd29-444b-a230-8cb860b64c69" providerId="ADAL" clId="{9E717C76-EDCE-C745-BF80-2A26DE0F0E52}" dt="2025-04-28T17:09:54.877" v="9815" actId="165"/>
          <ac:spMkLst>
            <pc:docMk/>
            <pc:sldMk cId="2404295052" sldId="4199"/>
            <ac:spMk id="11" creationId="{B7C64F97-8E0D-24CE-5FB3-B43BFDC93332}"/>
          </ac:spMkLst>
        </pc:spChg>
        <pc:spChg chg="add mod">
          <ac:chgData name="Browne, Samuel Elliott" userId="90d232cf-dd29-444b-a230-8cb860b64c69" providerId="ADAL" clId="{9E717C76-EDCE-C745-BF80-2A26DE0F0E52}" dt="2025-04-28T17:06:40.668" v="9793" actId="1076"/>
          <ac:spMkLst>
            <pc:docMk/>
            <pc:sldMk cId="2404295052" sldId="4199"/>
            <ac:spMk id="12" creationId="{E1C79B91-8253-F679-F5EC-219E8F5A81A7}"/>
          </ac:spMkLst>
        </pc:spChg>
        <pc:spChg chg="mod topLvl">
          <ac:chgData name="Browne, Samuel Elliott" userId="90d232cf-dd29-444b-a230-8cb860b64c69" providerId="ADAL" clId="{9E717C76-EDCE-C745-BF80-2A26DE0F0E52}" dt="2025-04-28T17:09:54.877" v="9815" actId="165"/>
          <ac:spMkLst>
            <pc:docMk/>
            <pc:sldMk cId="2404295052" sldId="4199"/>
            <ac:spMk id="13" creationId="{3E43057A-4339-1434-AF07-08CF5619A2FD}"/>
          </ac:spMkLst>
        </pc:spChg>
        <pc:spChg chg="add mod">
          <ac:chgData name="Browne, Samuel Elliott" userId="90d232cf-dd29-444b-a230-8cb860b64c69" providerId="ADAL" clId="{9E717C76-EDCE-C745-BF80-2A26DE0F0E52}" dt="2025-04-28T17:06:28.106" v="9788" actId="1076"/>
          <ac:spMkLst>
            <pc:docMk/>
            <pc:sldMk cId="2404295052" sldId="4199"/>
            <ac:spMk id="14" creationId="{7C698152-BE44-F924-4B0A-1BADEEBA09C1}"/>
          </ac:spMkLst>
        </pc:spChg>
        <pc:spChg chg="mod topLvl">
          <ac:chgData name="Browne, Samuel Elliott" userId="90d232cf-dd29-444b-a230-8cb860b64c69" providerId="ADAL" clId="{9E717C76-EDCE-C745-BF80-2A26DE0F0E52}" dt="2025-04-28T17:09:54.877" v="9815" actId="165"/>
          <ac:spMkLst>
            <pc:docMk/>
            <pc:sldMk cId="2404295052" sldId="4199"/>
            <ac:spMk id="16" creationId="{43059A4F-C22B-02D1-A3C7-D1472B37D107}"/>
          </ac:spMkLst>
        </pc:spChg>
        <pc:spChg chg="mod topLvl">
          <ac:chgData name="Browne, Samuel Elliott" userId="90d232cf-dd29-444b-a230-8cb860b64c69" providerId="ADAL" clId="{9E717C76-EDCE-C745-BF80-2A26DE0F0E52}" dt="2025-04-28T17:09:54.877" v="9815" actId="165"/>
          <ac:spMkLst>
            <pc:docMk/>
            <pc:sldMk cId="2404295052" sldId="4199"/>
            <ac:spMk id="19" creationId="{31D6D07D-8A6E-E733-B5CD-B33EF3866B3C}"/>
          </ac:spMkLst>
        </pc:spChg>
        <pc:spChg chg="mod topLvl">
          <ac:chgData name="Browne, Samuel Elliott" userId="90d232cf-dd29-444b-a230-8cb860b64c69" providerId="ADAL" clId="{9E717C76-EDCE-C745-BF80-2A26DE0F0E52}" dt="2025-04-28T17:09:54.877" v="9815" actId="165"/>
          <ac:spMkLst>
            <pc:docMk/>
            <pc:sldMk cId="2404295052" sldId="4199"/>
            <ac:spMk id="21" creationId="{435E748B-FC7B-5FC5-2B4C-108F8783D373}"/>
          </ac:spMkLst>
        </pc:spChg>
        <pc:spChg chg="mod topLvl">
          <ac:chgData name="Browne, Samuel Elliott" userId="90d232cf-dd29-444b-a230-8cb860b64c69" providerId="ADAL" clId="{9E717C76-EDCE-C745-BF80-2A26DE0F0E52}" dt="2025-04-28T17:09:54.877" v="9815" actId="165"/>
          <ac:spMkLst>
            <pc:docMk/>
            <pc:sldMk cId="2404295052" sldId="4199"/>
            <ac:spMk id="55" creationId="{8955A71D-BCC5-B670-567F-16591A4F49EE}"/>
          </ac:spMkLst>
        </pc:spChg>
        <pc:spChg chg="mod topLvl">
          <ac:chgData name="Browne, Samuel Elliott" userId="90d232cf-dd29-444b-a230-8cb860b64c69" providerId="ADAL" clId="{9E717C76-EDCE-C745-BF80-2A26DE0F0E52}" dt="2025-04-28T17:09:54.877" v="9815" actId="165"/>
          <ac:spMkLst>
            <pc:docMk/>
            <pc:sldMk cId="2404295052" sldId="4199"/>
            <ac:spMk id="63" creationId="{386CCB5E-1D1C-68AF-E0DC-2561AF30841C}"/>
          </ac:spMkLst>
        </pc:spChg>
        <pc:spChg chg="mod topLvl">
          <ac:chgData name="Browne, Samuel Elliott" userId="90d232cf-dd29-444b-a230-8cb860b64c69" providerId="ADAL" clId="{9E717C76-EDCE-C745-BF80-2A26DE0F0E52}" dt="2025-04-28T17:09:54.877" v="9815" actId="165"/>
          <ac:spMkLst>
            <pc:docMk/>
            <pc:sldMk cId="2404295052" sldId="4199"/>
            <ac:spMk id="1037" creationId="{975E126D-0A5E-CEDA-4E74-6463DA2C70BB}"/>
          </ac:spMkLst>
        </pc:spChg>
        <pc:grpChg chg="add mod">
          <ac:chgData name="Browne, Samuel Elliott" userId="90d232cf-dd29-444b-a230-8cb860b64c69" providerId="ADAL" clId="{9E717C76-EDCE-C745-BF80-2A26DE0F0E52}" dt="2025-04-28T17:12:10.219" v="9834" actId="1076"/>
          <ac:grpSpMkLst>
            <pc:docMk/>
            <pc:sldMk cId="2404295052" sldId="4199"/>
            <ac:grpSpMk id="15" creationId="{B3CFD12C-1D37-0491-F8D8-1BD0CD2492A7}"/>
          </ac:grpSpMkLst>
        </pc:grpChg>
        <pc:grpChg chg="add del topLvl">
          <ac:chgData name="Browne, Samuel Elliott" userId="90d232cf-dd29-444b-a230-8cb860b64c69" providerId="ADAL" clId="{9E717C76-EDCE-C745-BF80-2A26DE0F0E52}" dt="2025-04-28T17:09:59.862" v="9816" actId="165"/>
          <ac:grpSpMkLst>
            <pc:docMk/>
            <pc:sldMk cId="2404295052" sldId="4199"/>
            <ac:grpSpMk id="17" creationId="{8709AF15-A4FC-848D-D85F-CE28B059C26D}"/>
          </ac:grpSpMkLst>
        </pc:grpChg>
        <pc:grpChg chg="add del mod">
          <ac:chgData name="Browne, Samuel Elliott" userId="90d232cf-dd29-444b-a230-8cb860b64c69" providerId="ADAL" clId="{9E717C76-EDCE-C745-BF80-2A26DE0F0E52}" dt="2025-04-28T17:09:54.877" v="9815" actId="165"/>
          <ac:grpSpMkLst>
            <pc:docMk/>
            <pc:sldMk cId="2404295052" sldId="4199"/>
            <ac:grpSpMk id="18" creationId="{A535D0FE-2029-4ED9-93AA-7F29F503219E}"/>
          </ac:grpSpMkLst>
        </pc:grpChg>
        <pc:grpChg chg="add">
          <ac:chgData name="Browne, Samuel Elliott" userId="90d232cf-dd29-444b-a230-8cb860b64c69" providerId="ADAL" clId="{9E717C76-EDCE-C745-BF80-2A26DE0F0E52}" dt="2025-04-28T17:11:23.228" v="9830" actId="164"/>
          <ac:grpSpMkLst>
            <pc:docMk/>
            <pc:sldMk cId="2404295052" sldId="4199"/>
            <ac:grpSpMk id="30" creationId="{79181A22-D3DE-7674-5EEE-538C4AA2FB6B}"/>
          </ac:grpSpMkLst>
        </pc:grpChg>
        <pc:cxnChg chg="add mod topLvl">
          <ac:chgData name="Browne, Samuel Elliott" userId="90d232cf-dd29-444b-a230-8cb860b64c69" providerId="ADAL" clId="{9E717C76-EDCE-C745-BF80-2A26DE0F0E52}" dt="2025-04-28T17:11:42.317" v="9832" actId="208"/>
          <ac:cxnSpMkLst>
            <pc:docMk/>
            <pc:sldMk cId="2404295052" sldId="4199"/>
            <ac:cxnSpMk id="6" creationId="{1A45113F-51CB-97DA-86D4-6AC14364EBBD}"/>
          </ac:cxnSpMkLst>
        </pc:cxnChg>
        <pc:cxnChg chg="mod">
          <ac:chgData name="Browne, Samuel Elliott" userId="90d232cf-dd29-444b-a230-8cb860b64c69" providerId="ADAL" clId="{9E717C76-EDCE-C745-BF80-2A26DE0F0E52}" dt="2025-04-28T17:03:54.580" v="9727" actId="208"/>
          <ac:cxnSpMkLst>
            <pc:docMk/>
            <pc:sldMk cId="2404295052" sldId="4199"/>
            <ac:cxnSpMk id="23" creationId="{0C73880D-51F1-3F13-07A2-FAC45A6FA153}"/>
          </ac:cxnSpMkLst>
        </pc:cxnChg>
        <pc:cxnChg chg="mod">
          <ac:chgData name="Browne, Samuel Elliott" userId="90d232cf-dd29-444b-a230-8cb860b64c69" providerId="ADAL" clId="{9E717C76-EDCE-C745-BF80-2A26DE0F0E52}" dt="2025-04-28T19:31:12.280" v="10407" actId="208"/>
          <ac:cxnSpMkLst>
            <pc:docMk/>
            <pc:sldMk cId="2404295052" sldId="4199"/>
            <ac:cxnSpMk id="31" creationId="{DBDE4991-5A71-15B3-E843-5D2FD725A5E3}"/>
          </ac:cxnSpMkLst>
        </pc:cxnChg>
        <pc:cxnChg chg="mod">
          <ac:chgData name="Browne, Samuel Elliott" userId="90d232cf-dd29-444b-a230-8cb860b64c69" providerId="ADAL" clId="{9E717C76-EDCE-C745-BF80-2A26DE0F0E52}" dt="2025-04-28T19:31:12.280" v="10407" actId="208"/>
          <ac:cxnSpMkLst>
            <pc:docMk/>
            <pc:sldMk cId="2404295052" sldId="4199"/>
            <ac:cxnSpMk id="47" creationId="{32D915FA-0468-10E4-0352-179B19DF7069}"/>
          </ac:cxnSpMkLst>
        </pc:cxnChg>
        <pc:cxnChg chg="mod">
          <ac:chgData name="Browne, Samuel Elliott" userId="90d232cf-dd29-444b-a230-8cb860b64c69" providerId="ADAL" clId="{9E717C76-EDCE-C745-BF80-2A26DE0F0E52}" dt="2025-04-28T19:31:12.280" v="10407" actId="208"/>
          <ac:cxnSpMkLst>
            <pc:docMk/>
            <pc:sldMk cId="2404295052" sldId="4199"/>
            <ac:cxnSpMk id="52" creationId="{D793E43C-D8AF-35EA-EC1E-024FB0F7D961}"/>
          </ac:cxnSpMkLst>
        </pc:cxnChg>
        <pc:cxnChg chg="mod">
          <ac:chgData name="Browne, Samuel Elliott" userId="90d232cf-dd29-444b-a230-8cb860b64c69" providerId="ADAL" clId="{9E717C76-EDCE-C745-BF80-2A26DE0F0E52}" dt="2025-04-28T19:31:12.280" v="10407" actId="208"/>
          <ac:cxnSpMkLst>
            <pc:docMk/>
            <pc:sldMk cId="2404295052" sldId="4199"/>
            <ac:cxnSpMk id="1028" creationId="{2807F56F-02A6-8DC0-2023-B028BAD1DBC3}"/>
          </ac:cxnSpMkLst>
        </pc:cxnChg>
        <pc:cxnChg chg="mod">
          <ac:chgData name="Browne, Samuel Elliott" userId="90d232cf-dd29-444b-a230-8cb860b64c69" providerId="ADAL" clId="{9E717C76-EDCE-C745-BF80-2A26DE0F0E52}" dt="2025-04-28T17:03:35.888" v="9726" actId="208"/>
          <ac:cxnSpMkLst>
            <pc:docMk/>
            <pc:sldMk cId="2404295052" sldId="4199"/>
            <ac:cxnSpMk id="1034" creationId="{A37A151A-1A06-CF62-0595-001562DD3AE4}"/>
          </ac:cxnSpMkLst>
        </pc:cxnChg>
        <pc:cxnChg chg="mod">
          <ac:chgData name="Browne, Samuel Elliott" userId="90d232cf-dd29-444b-a230-8cb860b64c69" providerId="ADAL" clId="{9E717C76-EDCE-C745-BF80-2A26DE0F0E52}" dt="2025-04-28T17:08:49.947" v="9808" actId="14100"/>
          <ac:cxnSpMkLst>
            <pc:docMk/>
            <pc:sldMk cId="2404295052" sldId="4199"/>
            <ac:cxnSpMk id="1040" creationId="{7D73B64A-FFB2-73E4-A3C5-5A41375BA13A}"/>
          </ac:cxnSpMkLst>
        </pc:cxnChg>
        <pc:cxnChg chg="mod">
          <ac:chgData name="Browne, Samuel Elliott" userId="90d232cf-dd29-444b-a230-8cb860b64c69" providerId="ADAL" clId="{9E717C76-EDCE-C745-BF80-2A26DE0F0E52}" dt="2025-04-28T17:03:16.214" v="9725" actId="208"/>
          <ac:cxnSpMkLst>
            <pc:docMk/>
            <pc:sldMk cId="2404295052" sldId="4199"/>
            <ac:cxnSpMk id="1043" creationId="{2FD76F1E-445D-AAC9-5418-E7552F60D0CB}"/>
          </ac:cxnSpMkLst>
        </pc:cxnChg>
        <pc:cxnChg chg="mod">
          <ac:chgData name="Browne, Samuel Elliott" userId="90d232cf-dd29-444b-a230-8cb860b64c69" providerId="ADAL" clId="{9E717C76-EDCE-C745-BF80-2A26DE0F0E52}" dt="2025-04-28T19:31:04.679" v="10406" actId="208"/>
          <ac:cxnSpMkLst>
            <pc:docMk/>
            <pc:sldMk cId="2404295052" sldId="4199"/>
            <ac:cxnSpMk id="1060" creationId="{AAF27A09-8728-8708-8296-F3D5A94A79FC}"/>
          </ac:cxnSpMkLst>
        </pc:cxnChg>
        <pc:cxnChg chg="mod topLvl">
          <ac:chgData name="Browne, Samuel Elliott" userId="90d232cf-dd29-444b-a230-8cb860b64c69" providerId="ADAL" clId="{9E717C76-EDCE-C745-BF80-2A26DE0F0E52}" dt="2025-04-28T17:11:42.317" v="9832" actId="208"/>
          <ac:cxnSpMkLst>
            <pc:docMk/>
            <pc:sldMk cId="2404295052" sldId="4199"/>
            <ac:cxnSpMk id="1123" creationId="{798F7C21-26ED-DE38-E0CA-22AF406A74A7}"/>
          </ac:cxnSpMkLst>
        </pc:cxnChg>
      </pc:sldChg>
      <pc:sldChg chg="del">
        <pc:chgData name="Browne, Samuel Elliott" userId="90d232cf-dd29-444b-a230-8cb860b64c69" providerId="ADAL" clId="{9E717C76-EDCE-C745-BF80-2A26DE0F0E52}" dt="2025-04-24T13:42:06.422" v="0" actId="2696"/>
        <pc:sldMkLst>
          <pc:docMk/>
          <pc:sldMk cId="764691979" sldId="4200"/>
        </pc:sldMkLst>
      </pc:sldChg>
      <pc:sldChg chg="addSp delSp modSp add mod ord">
        <pc:chgData name="Browne, Samuel Elliott" userId="90d232cf-dd29-444b-a230-8cb860b64c69" providerId="ADAL" clId="{9E717C76-EDCE-C745-BF80-2A26DE0F0E52}" dt="2025-04-29T16:33:54.061" v="11126" actId="166"/>
        <pc:sldMkLst>
          <pc:docMk/>
          <pc:sldMk cId="1161563580" sldId="4200"/>
        </pc:sldMkLst>
        <pc:spChg chg="mod">
          <ac:chgData name="Browne, Samuel Elliott" userId="90d232cf-dd29-444b-a230-8cb860b64c69" providerId="ADAL" clId="{9E717C76-EDCE-C745-BF80-2A26DE0F0E52}" dt="2025-04-24T13:42:35.885" v="22" actId="20577"/>
          <ac:spMkLst>
            <pc:docMk/>
            <pc:sldMk cId="1161563580" sldId="4200"/>
            <ac:spMk id="3" creationId="{F4609487-EA2D-0FFD-7B9F-CBB7288ABFD4}"/>
          </ac:spMkLst>
        </pc:spChg>
        <pc:spChg chg="del">
          <ac:chgData name="Browne, Samuel Elliott" userId="90d232cf-dd29-444b-a230-8cb860b64c69" providerId="ADAL" clId="{9E717C76-EDCE-C745-BF80-2A26DE0F0E52}" dt="2025-04-28T17:14:53.364" v="9835" actId="478"/>
          <ac:spMkLst>
            <pc:docMk/>
            <pc:sldMk cId="1161563580" sldId="4200"/>
            <ac:spMk id="7" creationId="{5D7B9A0D-B772-1AC2-D49C-1C9F05B79567}"/>
          </ac:spMkLst>
        </pc:spChg>
        <pc:spChg chg="add del mod">
          <ac:chgData name="Browne, Samuel Elliott" userId="90d232cf-dd29-444b-a230-8cb860b64c69" providerId="ADAL" clId="{9E717C76-EDCE-C745-BF80-2A26DE0F0E52}" dt="2025-04-28T17:59:35.833" v="10252" actId="478"/>
          <ac:spMkLst>
            <pc:docMk/>
            <pc:sldMk cId="1161563580" sldId="4200"/>
            <ac:spMk id="8" creationId="{3A90FBBC-5060-565A-14D9-5E539BB2CAFB}"/>
          </ac:spMkLst>
        </pc:spChg>
        <pc:spChg chg="mod">
          <ac:chgData name="Browne, Samuel Elliott" userId="90d232cf-dd29-444b-a230-8cb860b64c69" providerId="ADAL" clId="{9E717C76-EDCE-C745-BF80-2A26DE0F0E52}" dt="2025-04-24T13:59:26.229" v="987" actId="1038"/>
          <ac:spMkLst>
            <pc:docMk/>
            <pc:sldMk cId="1161563580" sldId="4200"/>
            <ac:spMk id="9" creationId="{BA18EF37-088E-3B8E-DEB8-2F3D13E619EB}"/>
          </ac:spMkLst>
        </pc:spChg>
        <pc:spChg chg="mod">
          <ac:chgData name="Browne, Samuel Elliott" userId="90d232cf-dd29-444b-a230-8cb860b64c69" providerId="ADAL" clId="{9E717C76-EDCE-C745-BF80-2A26DE0F0E52}" dt="2025-04-24T13:50:34.284" v="667" actId="1076"/>
          <ac:spMkLst>
            <pc:docMk/>
            <pc:sldMk cId="1161563580" sldId="4200"/>
            <ac:spMk id="10" creationId="{2291CBF1-EE86-BCC9-4D39-2FAA4936BC5E}"/>
          </ac:spMkLst>
        </pc:spChg>
        <pc:spChg chg="mod">
          <ac:chgData name="Browne, Samuel Elliott" userId="90d232cf-dd29-444b-a230-8cb860b64c69" providerId="ADAL" clId="{9E717C76-EDCE-C745-BF80-2A26DE0F0E52}" dt="2025-04-28T17:16:19.016" v="9842" actId="207"/>
          <ac:spMkLst>
            <pc:docMk/>
            <pc:sldMk cId="1161563580" sldId="4200"/>
            <ac:spMk id="11" creationId="{568E9398-E7E3-8153-9E52-B26F82826DD7}"/>
          </ac:spMkLst>
        </pc:spChg>
        <pc:spChg chg="mod">
          <ac:chgData name="Browne, Samuel Elliott" userId="90d232cf-dd29-444b-a230-8cb860b64c69" providerId="ADAL" clId="{9E717C76-EDCE-C745-BF80-2A26DE0F0E52}" dt="2025-04-24T13:59:26.229" v="987" actId="1038"/>
          <ac:spMkLst>
            <pc:docMk/>
            <pc:sldMk cId="1161563580" sldId="4200"/>
            <ac:spMk id="12" creationId="{221BACA4-1E3F-6AF3-D0FA-8FCD794534D8}"/>
          </ac:spMkLst>
        </pc:spChg>
        <pc:spChg chg="add del mod">
          <ac:chgData name="Browne, Samuel Elliott" userId="90d232cf-dd29-444b-a230-8cb860b64c69" providerId="ADAL" clId="{9E717C76-EDCE-C745-BF80-2A26DE0F0E52}" dt="2025-04-28T17:59:39.700" v="10253" actId="478"/>
          <ac:spMkLst>
            <pc:docMk/>
            <pc:sldMk cId="1161563580" sldId="4200"/>
            <ac:spMk id="16" creationId="{65B187CB-9432-8648-457E-B616A7F1C0B6}"/>
          </ac:spMkLst>
        </pc:spChg>
        <pc:spChg chg="mod">
          <ac:chgData name="Browne, Samuel Elliott" userId="90d232cf-dd29-444b-a230-8cb860b64c69" providerId="ADAL" clId="{9E717C76-EDCE-C745-BF80-2A26DE0F0E52}" dt="2025-04-29T16:06:38.739" v="11067" actId="14100"/>
          <ac:spMkLst>
            <pc:docMk/>
            <pc:sldMk cId="1161563580" sldId="4200"/>
            <ac:spMk id="18" creationId="{64DCEC55-4B7A-C7D0-498D-F641804FD764}"/>
          </ac:spMkLst>
        </pc:spChg>
        <pc:spChg chg="mod">
          <ac:chgData name="Browne, Samuel Elliott" userId="90d232cf-dd29-444b-a230-8cb860b64c69" providerId="ADAL" clId="{9E717C76-EDCE-C745-BF80-2A26DE0F0E52}" dt="2025-04-28T17:16:19.016" v="9842" actId="207"/>
          <ac:spMkLst>
            <pc:docMk/>
            <pc:sldMk cId="1161563580" sldId="4200"/>
            <ac:spMk id="28" creationId="{BC100741-069D-50A5-B3D9-40637A390F73}"/>
          </ac:spMkLst>
        </pc:spChg>
        <pc:spChg chg="mod">
          <ac:chgData name="Browne, Samuel Elliott" userId="90d232cf-dd29-444b-a230-8cb860b64c69" providerId="ADAL" clId="{9E717C76-EDCE-C745-BF80-2A26DE0F0E52}" dt="2025-04-28T17:16:19.016" v="9842" actId="207"/>
          <ac:spMkLst>
            <pc:docMk/>
            <pc:sldMk cId="1161563580" sldId="4200"/>
            <ac:spMk id="29" creationId="{E8357F8B-179E-530D-057D-87FC2E939B96}"/>
          </ac:spMkLst>
        </pc:spChg>
        <pc:spChg chg="mod">
          <ac:chgData name="Browne, Samuel Elliott" userId="90d232cf-dd29-444b-a230-8cb860b64c69" providerId="ADAL" clId="{9E717C76-EDCE-C745-BF80-2A26DE0F0E52}" dt="2025-04-28T17:16:19.016" v="9842" actId="207"/>
          <ac:spMkLst>
            <pc:docMk/>
            <pc:sldMk cId="1161563580" sldId="4200"/>
            <ac:spMk id="38" creationId="{C9EAAF6B-D54B-5C98-8AB4-D0E053BA2B3C}"/>
          </ac:spMkLst>
        </pc:spChg>
        <pc:spChg chg="add mod">
          <ac:chgData name="Browne, Samuel Elliott" userId="90d232cf-dd29-444b-a230-8cb860b64c69" providerId="ADAL" clId="{9E717C76-EDCE-C745-BF80-2A26DE0F0E52}" dt="2025-04-28T17:16:19.016" v="9842" actId="207"/>
          <ac:spMkLst>
            <pc:docMk/>
            <pc:sldMk cId="1161563580" sldId="4200"/>
            <ac:spMk id="52" creationId="{5509BD17-0424-662E-2ED9-3CE93409BDF7}"/>
          </ac:spMkLst>
        </pc:spChg>
        <pc:spChg chg="mod">
          <ac:chgData name="Browne, Samuel Elliott" userId="90d232cf-dd29-444b-a230-8cb860b64c69" providerId="ADAL" clId="{9E717C76-EDCE-C745-BF80-2A26DE0F0E52}" dt="2025-04-28T17:16:40.768" v="9845" actId="170"/>
          <ac:spMkLst>
            <pc:docMk/>
            <pc:sldMk cId="1161563580" sldId="4200"/>
            <ac:spMk id="54" creationId="{D148DA00-0B8B-F028-7E67-55650EB02042}"/>
          </ac:spMkLst>
        </pc:spChg>
        <pc:spChg chg="mod">
          <ac:chgData name="Browne, Samuel Elliott" userId="90d232cf-dd29-444b-a230-8cb860b64c69" providerId="ADAL" clId="{9E717C76-EDCE-C745-BF80-2A26DE0F0E52}" dt="2025-04-28T17:16:19.016" v="9842" actId="207"/>
          <ac:spMkLst>
            <pc:docMk/>
            <pc:sldMk cId="1161563580" sldId="4200"/>
            <ac:spMk id="56" creationId="{5D3C35F6-BBCD-649E-B7FA-4CCAF679EFCD}"/>
          </ac:spMkLst>
        </pc:spChg>
        <pc:spChg chg="mod">
          <ac:chgData name="Browne, Samuel Elliott" userId="90d232cf-dd29-444b-a230-8cb860b64c69" providerId="ADAL" clId="{9E717C76-EDCE-C745-BF80-2A26DE0F0E52}" dt="2025-04-28T17:16:28.005" v="9843" actId="207"/>
          <ac:spMkLst>
            <pc:docMk/>
            <pc:sldMk cId="1161563580" sldId="4200"/>
            <ac:spMk id="60" creationId="{890FA827-A7E6-BBA9-705B-1CCA33CB1C21}"/>
          </ac:spMkLst>
        </pc:spChg>
        <pc:spChg chg="add mod">
          <ac:chgData name="Browne, Samuel Elliott" userId="90d232cf-dd29-444b-a230-8cb860b64c69" providerId="ADAL" clId="{9E717C76-EDCE-C745-BF80-2A26DE0F0E52}" dt="2025-04-24T14:00:33.171" v="1015" actId="20577"/>
          <ac:spMkLst>
            <pc:docMk/>
            <pc:sldMk cId="1161563580" sldId="4200"/>
            <ac:spMk id="101" creationId="{26142A89-B4AC-4C90-F918-F14CBBD697A8}"/>
          </ac:spMkLst>
        </pc:spChg>
        <pc:spChg chg="add mod">
          <ac:chgData name="Browne, Samuel Elliott" userId="90d232cf-dd29-444b-a230-8cb860b64c69" providerId="ADAL" clId="{9E717C76-EDCE-C745-BF80-2A26DE0F0E52}" dt="2025-04-24T14:00:58.324" v="1046" actId="20577"/>
          <ac:spMkLst>
            <pc:docMk/>
            <pc:sldMk cId="1161563580" sldId="4200"/>
            <ac:spMk id="105" creationId="{D130EE54-6190-9DC0-3A4B-9D1F267E2090}"/>
          </ac:spMkLst>
        </pc:spChg>
        <pc:spChg chg="mod">
          <ac:chgData name="Browne, Samuel Elliott" userId="90d232cf-dd29-444b-a230-8cb860b64c69" providerId="ADAL" clId="{9E717C76-EDCE-C745-BF80-2A26DE0F0E52}" dt="2025-04-28T17:59:21.500" v="10246"/>
          <ac:spMkLst>
            <pc:docMk/>
            <pc:sldMk cId="1161563580" sldId="4200"/>
            <ac:spMk id="109" creationId="{BC89DA49-410A-E570-79CB-E9FCEA7C11A0}"/>
          </ac:spMkLst>
        </pc:spChg>
        <pc:spChg chg="mod">
          <ac:chgData name="Browne, Samuel Elliott" userId="90d232cf-dd29-444b-a230-8cb860b64c69" providerId="ADAL" clId="{9E717C76-EDCE-C745-BF80-2A26DE0F0E52}" dt="2025-04-28T17:59:21.500" v="10246"/>
          <ac:spMkLst>
            <pc:docMk/>
            <pc:sldMk cId="1161563580" sldId="4200"/>
            <ac:spMk id="112" creationId="{D8A6D0BD-2153-FB5F-D196-CCD47BC11FF4}"/>
          </ac:spMkLst>
        </pc:spChg>
        <pc:spChg chg="mod">
          <ac:chgData name="Browne, Samuel Elliott" userId="90d232cf-dd29-444b-a230-8cb860b64c69" providerId="ADAL" clId="{9E717C76-EDCE-C745-BF80-2A26DE0F0E52}" dt="2025-04-28T17:59:21.500" v="10246"/>
          <ac:spMkLst>
            <pc:docMk/>
            <pc:sldMk cId="1161563580" sldId="4200"/>
            <ac:spMk id="115" creationId="{121D3B76-2DC2-EA20-87B1-C092C3460574}"/>
          </ac:spMkLst>
        </pc:spChg>
        <pc:spChg chg="mod">
          <ac:chgData name="Browne, Samuel Elliott" userId="90d232cf-dd29-444b-a230-8cb860b64c69" providerId="ADAL" clId="{9E717C76-EDCE-C745-BF80-2A26DE0F0E52}" dt="2025-04-28T17:59:21.500" v="10246"/>
          <ac:spMkLst>
            <pc:docMk/>
            <pc:sldMk cId="1161563580" sldId="4200"/>
            <ac:spMk id="116" creationId="{7B81A7C9-ADB3-2E47-6BA4-298B036FF63A}"/>
          </ac:spMkLst>
        </pc:spChg>
        <pc:spChg chg="mod">
          <ac:chgData name="Browne, Samuel Elliott" userId="90d232cf-dd29-444b-a230-8cb860b64c69" providerId="ADAL" clId="{9E717C76-EDCE-C745-BF80-2A26DE0F0E52}" dt="2025-04-28T17:59:21.500" v="10246"/>
          <ac:spMkLst>
            <pc:docMk/>
            <pc:sldMk cId="1161563580" sldId="4200"/>
            <ac:spMk id="119" creationId="{E5B87E96-FCA6-C02A-48DC-D0A531EA514A}"/>
          </ac:spMkLst>
        </pc:spChg>
        <pc:spChg chg="mod">
          <ac:chgData name="Browne, Samuel Elliott" userId="90d232cf-dd29-444b-a230-8cb860b64c69" providerId="ADAL" clId="{9E717C76-EDCE-C745-BF80-2A26DE0F0E52}" dt="2025-04-28T17:59:21.500" v="10246"/>
          <ac:spMkLst>
            <pc:docMk/>
            <pc:sldMk cId="1161563580" sldId="4200"/>
            <ac:spMk id="120" creationId="{9295D9CC-93D5-E00B-B02C-A353A6B34074}"/>
          </ac:spMkLst>
        </pc:spChg>
        <pc:spChg chg="mod">
          <ac:chgData name="Browne, Samuel Elliott" userId="90d232cf-dd29-444b-a230-8cb860b64c69" providerId="ADAL" clId="{9E717C76-EDCE-C745-BF80-2A26DE0F0E52}" dt="2025-04-28T17:59:21.500" v="10246"/>
          <ac:spMkLst>
            <pc:docMk/>
            <pc:sldMk cId="1161563580" sldId="4200"/>
            <ac:spMk id="121" creationId="{81E90275-AAF5-48D1-E09E-1CA7EB46E852}"/>
          </ac:spMkLst>
        </pc:spChg>
        <pc:spChg chg="mod">
          <ac:chgData name="Browne, Samuel Elliott" userId="90d232cf-dd29-444b-a230-8cb860b64c69" providerId="ADAL" clId="{9E717C76-EDCE-C745-BF80-2A26DE0F0E52}" dt="2025-04-28T17:59:21.500" v="10246"/>
          <ac:spMkLst>
            <pc:docMk/>
            <pc:sldMk cId="1161563580" sldId="4200"/>
            <ac:spMk id="123" creationId="{F493A7FE-8833-3966-B615-CE358500531D}"/>
          </ac:spMkLst>
        </pc:spChg>
        <pc:grpChg chg="add mod">
          <ac:chgData name="Browne, Samuel Elliott" userId="90d232cf-dd29-444b-a230-8cb860b64c69" providerId="ADAL" clId="{9E717C76-EDCE-C745-BF80-2A26DE0F0E52}" dt="2025-04-24T13:59:26.229" v="987" actId="1038"/>
          <ac:grpSpMkLst>
            <pc:docMk/>
            <pc:sldMk cId="1161563580" sldId="4200"/>
            <ac:grpSpMk id="42" creationId="{F6982EDE-AB08-3CBF-A169-1734CC70D564}"/>
          </ac:grpSpMkLst>
        </pc:grpChg>
        <pc:grpChg chg="add mod">
          <ac:chgData name="Browne, Samuel Elliott" userId="90d232cf-dd29-444b-a230-8cb860b64c69" providerId="ADAL" clId="{9E717C76-EDCE-C745-BF80-2A26DE0F0E52}" dt="2025-04-24T13:56:14.787" v="883"/>
          <ac:grpSpMkLst>
            <pc:docMk/>
            <pc:sldMk cId="1161563580" sldId="4200"/>
            <ac:grpSpMk id="53" creationId="{D2ABEFC5-A5FA-EB16-6CAE-46C6A54CA4F5}"/>
          </ac:grpSpMkLst>
        </pc:grpChg>
        <pc:grpChg chg="add mod">
          <ac:chgData name="Browne, Samuel Elliott" userId="90d232cf-dd29-444b-a230-8cb860b64c69" providerId="ADAL" clId="{9E717C76-EDCE-C745-BF80-2A26DE0F0E52}" dt="2025-04-24T13:59:26.229" v="987" actId="1038"/>
          <ac:grpSpMkLst>
            <pc:docMk/>
            <pc:sldMk cId="1161563580" sldId="4200"/>
            <ac:grpSpMk id="79" creationId="{79F06B43-3DBE-CCAE-1B28-571264D3088C}"/>
          </ac:grpSpMkLst>
        </pc:grpChg>
        <pc:grpChg chg="mod">
          <ac:chgData name="Browne, Samuel Elliott" userId="90d232cf-dd29-444b-a230-8cb860b64c69" providerId="ADAL" clId="{9E717C76-EDCE-C745-BF80-2A26DE0F0E52}" dt="2025-04-28T17:59:57.809" v="10255" actId="207"/>
          <ac:grpSpMkLst>
            <pc:docMk/>
            <pc:sldMk cId="1161563580" sldId="4200"/>
            <ac:grpSpMk id="114" creationId="{6E43E3FF-0F7A-5875-8499-FEDA74169577}"/>
          </ac:grpSpMkLst>
        </pc:grpChg>
        <pc:grpChg chg="del">
          <ac:chgData name="Browne, Samuel Elliott" userId="90d232cf-dd29-444b-a230-8cb860b64c69" providerId="ADAL" clId="{9E717C76-EDCE-C745-BF80-2A26DE0F0E52}" dt="2025-04-28T17:59:23.825" v="10247" actId="478"/>
          <ac:grpSpMkLst>
            <pc:docMk/>
            <pc:sldMk cId="1161563580" sldId="4200"/>
            <ac:grpSpMk id="118" creationId="{6643AAEA-3A03-B6AD-2CB4-DF3B7BC2849C}"/>
          </ac:grpSpMkLst>
        </pc:grpChg>
        <pc:picChg chg="del">
          <ac:chgData name="Browne, Samuel Elliott" userId="90d232cf-dd29-444b-a230-8cb860b64c69" providerId="ADAL" clId="{9E717C76-EDCE-C745-BF80-2A26DE0F0E52}" dt="2025-04-28T17:14:53.364" v="9835" actId="478"/>
          <ac:picMkLst>
            <pc:docMk/>
            <pc:sldMk cId="1161563580" sldId="4200"/>
            <ac:picMk id="21" creationId="{209C07D0-5AE1-B460-674A-69BE4C20A413}"/>
          </ac:picMkLst>
        </pc:picChg>
        <pc:picChg chg="add del mod">
          <ac:chgData name="Browne, Samuel Elliott" userId="90d232cf-dd29-444b-a230-8cb860b64c69" providerId="ADAL" clId="{9E717C76-EDCE-C745-BF80-2A26DE0F0E52}" dt="2025-04-28T17:59:33.114" v="10250" actId="478"/>
          <ac:picMkLst>
            <pc:docMk/>
            <pc:sldMk cId="1161563580" sldId="4200"/>
            <ac:picMk id="22" creationId="{DC60B2DA-15CD-C046-752B-716E198B9154}"/>
          </ac:picMkLst>
        </pc:picChg>
        <pc:picChg chg="mod">
          <ac:chgData name="Browne, Samuel Elliott" userId="90d232cf-dd29-444b-a230-8cb860b64c69" providerId="ADAL" clId="{9E717C76-EDCE-C745-BF80-2A26DE0F0E52}" dt="2025-04-24T13:52:25.408" v="727" actId="1076"/>
          <ac:picMkLst>
            <pc:docMk/>
            <pc:sldMk cId="1161563580" sldId="4200"/>
            <ac:picMk id="26" creationId="{78527973-C4B2-8AB0-31F0-2A2925FE96D4}"/>
          </ac:picMkLst>
        </pc:picChg>
        <pc:picChg chg="mod">
          <ac:chgData name="Browne, Samuel Elliott" userId="90d232cf-dd29-444b-a230-8cb860b64c69" providerId="ADAL" clId="{9E717C76-EDCE-C745-BF80-2A26DE0F0E52}" dt="2025-04-24T13:52:22.076" v="726" actId="1076"/>
          <ac:picMkLst>
            <pc:docMk/>
            <pc:sldMk cId="1161563580" sldId="4200"/>
            <ac:picMk id="27" creationId="{B4322E23-F9C4-57D6-0702-27585F9B97A5}"/>
          </ac:picMkLst>
        </pc:picChg>
        <pc:picChg chg="mod">
          <ac:chgData name="Browne, Samuel Elliott" userId="90d232cf-dd29-444b-a230-8cb860b64c69" providerId="ADAL" clId="{9E717C76-EDCE-C745-BF80-2A26DE0F0E52}" dt="2025-04-24T13:56:14.787" v="883"/>
          <ac:picMkLst>
            <pc:docMk/>
            <pc:sldMk cId="1161563580" sldId="4200"/>
            <ac:picMk id="58" creationId="{977E534C-87CA-F786-5034-D060ECF18A6E}"/>
          </ac:picMkLst>
        </pc:picChg>
        <pc:picChg chg="mod">
          <ac:chgData name="Browne, Samuel Elliott" userId="90d232cf-dd29-444b-a230-8cb860b64c69" providerId="ADAL" clId="{9E717C76-EDCE-C745-BF80-2A26DE0F0E52}" dt="2025-04-28T19:23:06.642" v="10328" actId="29295"/>
          <ac:picMkLst>
            <pc:docMk/>
            <pc:sldMk cId="1161563580" sldId="4200"/>
            <ac:picMk id="113" creationId="{8A8F064D-CC0D-AD2D-8E83-8B983AE54229}"/>
          </ac:picMkLst>
        </pc:picChg>
        <pc:picChg chg="mod">
          <ac:chgData name="Browne, Samuel Elliott" userId="90d232cf-dd29-444b-a230-8cb860b64c69" providerId="ADAL" clId="{9E717C76-EDCE-C745-BF80-2A26DE0F0E52}" dt="2025-04-28T18:00:08.570" v="10257" actId="207"/>
          <ac:picMkLst>
            <pc:docMk/>
            <pc:sldMk cId="1161563580" sldId="4200"/>
            <ac:picMk id="117" creationId="{58CF4507-7D61-90D0-9F94-7C91C5E963BF}"/>
          </ac:picMkLst>
        </pc:picChg>
        <pc:picChg chg="mod">
          <ac:chgData name="Browne, Samuel Elliott" userId="90d232cf-dd29-444b-a230-8cb860b64c69" providerId="ADAL" clId="{9E717C76-EDCE-C745-BF80-2A26DE0F0E52}" dt="2025-04-28T17:59:21.500" v="10246"/>
          <ac:picMkLst>
            <pc:docMk/>
            <pc:sldMk cId="1161563580" sldId="4200"/>
            <ac:picMk id="122" creationId="{564F39B2-8C45-8F89-C0DA-2DD522F016F1}"/>
          </ac:picMkLst>
        </pc:picChg>
        <pc:cxnChg chg="add mod">
          <ac:chgData name="Browne, Samuel Elliott" userId="90d232cf-dd29-444b-a230-8cb860b64c69" providerId="ADAL" clId="{9E717C76-EDCE-C745-BF80-2A26DE0F0E52}" dt="2025-04-29T16:33:54.061" v="11126" actId="166"/>
          <ac:cxnSpMkLst>
            <pc:docMk/>
            <pc:sldMk cId="1161563580" sldId="4200"/>
            <ac:cxnSpMk id="33" creationId="{71162B22-A2CA-E462-DA36-C23380E63E8B}"/>
          </ac:cxnSpMkLst>
        </pc:cxnChg>
        <pc:cxnChg chg="mod">
          <ac:chgData name="Browne, Samuel Elliott" userId="90d232cf-dd29-444b-a230-8cb860b64c69" providerId="ADAL" clId="{9E717C76-EDCE-C745-BF80-2A26DE0F0E52}" dt="2025-04-29T16:33:54.061" v="11126" actId="166"/>
          <ac:cxnSpMkLst>
            <pc:docMk/>
            <pc:sldMk cId="1161563580" sldId="4200"/>
            <ac:cxnSpMk id="34" creationId="{83611278-4AF7-EF9C-0E82-971B31A1ECA2}"/>
          </ac:cxnSpMkLst>
        </pc:cxnChg>
        <pc:cxnChg chg="mod">
          <ac:chgData name="Browne, Samuel Elliott" userId="90d232cf-dd29-444b-a230-8cb860b64c69" providerId="ADAL" clId="{9E717C76-EDCE-C745-BF80-2A26DE0F0E52}" dt="2025-04-29T16:33:54.061" v="11126" actId="166"/>
          <ac:cxnSpMkLst>
            <pc:docMk/>
            <pc:sldMk cId="1161563580" sldId="4200"/>
            <ac:cxnSpMk id="36" creationId="{61A8B583-05FC-4CA5-A89B-8FEEBBB7CC37}"/>
          </ac:cxnSpMkLst>
        </pc:cxnChg>
        <pc:cxnChg chg="add mod">
          <ac:chgData name="Browne, Samuel Elliott" userId="90d232cf-dd29-444b-a230-8cb860b64c69" providerId="ADAL" clId="{9E717C76-EDCE-C745-BF80-2A26DE0F0E52}" dt="2025-04-29T16:33:54.061" v="11126" actId="166"/>
          <ac:cxnSpMkLst>
            <pc:docMk/>
            <pc:sldMk cId="1161563580" sldId="4200"/>
            <ac:cxnSpMk id="40" creationId="{F7CD9FD5-F25A-D1B0-9B3E-FD200206530B}"/>
          </ac:cxnSpMkLst>
        </pc:cxnChg>
        <pc:cxnChg chg="add mod">
          <ac:chgData name="Browne, Samuel Elliott" userId="90d232cf-dd29-444b-a230-8cb860b64c69" providerId="ADAL" clId="{9E717C76-EDCE-C745-BF80-2A26DE0F0E52}" dt="2025-04-29T16:33:54.061" v="11126" actId="166"/>
          <ac:cxnSpMkLst>
            <pc:docMk/>
            <pc:sldMk cId="1161563580" sldId="4200"/>
            <ac:cxnSpMk id="44" creationId="{F293DB4B-255B-20E1-B4B1-DA75B9A9FC84}"/>
          </ac:cxnSpMkLst>
        </pc:cxnChg>
        <pc:cxnChg chg="add mod">
          <ac:chgData name="Browne, Samuel Elliott" userId="90d232cf-dd29-444b-a230-8cb860b64c69" providerId="ADAL" clId="{9E717C76-EDCE-C745-BF80-2A26DE0F0E52}" dt="2025-04-24T13:59:26.229" v="987" actId="1038"/>
          <ac:cxnSpMkLst>
            <pc:docMk/>
            <pc:sldMk cId="1161563580" sldId="4200"/>
            <ac:cxnSpMk id="48" creationId="{94C11ECD-383B-C664-B87B-E35999555877}"/>
          </ac:cxnSpMkLst>
        </pc:cxnChg>
        <pc:cxnChg chg="mod">
          <ac:chgData name="Browne, Samuel Elliott" userId="90d232cf-dd29-444b-a230-8cb860b64c69" providerId="ADAL" clId="{9E717C76-EDCE-C745-BF80-2A26DE0F0E52}" dt="2025-04-29T16:33:54.061" v="11126" actId="166"/>
          <ac:cxnSpMkLst>
            <pc:docMk/>
            <pc:sldMk cId="1161563580" sldId="4200"/>
            <ac:cxnSpMk id="59" creationId="{326A9393-4E62-A512-D824-380A6981EBAC}"/>
          </ac:cxnSpMkLst>
        </pc:cxnChg>
        <pc:cxnChg chg="add mod">
          <ac:chgData name="Browne, Samuel Elliott" userId="90d232cf-dd29-444b-a230-8cb860b64c69" providerId="ADAL" clId="{9E717C76-EDCE-C745-BF80-2A26DE0F0E52}" dt="2025-04-24T13:59:38.486" v="990" actId="14100"/>
          <ac:cxnSpMkLst>
            <pc:docMk/>
            <pc:sldMk cId="1161563580" sldId="4200"/>
            <ac:cxnSpMk id="63" creationId="{1E0FBDED-1827-7DA0-E2D2-06A7AC7BC979}"/>
          </ac:cxnSpMkLst>
        </pc:cxnChg>
        <pc:cxnChg chg="add mod">
          <ac:chgData name="Browne, Samuel Elliott" userId="90d232cf-dd29-444b-a230-8cb860b64c69" providerId="ADAL" clId="{9E717C76-EDCE-C745-BF80-2A26DE0F0E52}" dt="2025-04-24T14:00:27.741" v="1001" actId="14100"/>
          <ac:cxnSpMkLst>
            <pc:docMk/>
            <pc:sldMk cId="1161563580" sldId="4200"/>
            <ac:cxnSpMk id="98" creationId="{028333DF-C4DE-CF60-8491-FB84CA7767D1}"/>
          </ac:cxnSpMkLst>
        </pc:cxnChg>
        <pc:cxnChg chg="del">
          <ac:chgData name="Browne, Samuel Elliott" userId="90d232cf-dd29-444b-a230-8cb860b64c69" providerId="ADAL" clId="{9E717C76-EDCE-C745-BF80-2A26DE0F0E52}" dt="2025-04-28T17:59:25.444" v="10248" actId="478"/>
          <ac:cxnSpMkLst>
            <pc:docMk/>
            <pc:sldMk cId="1161563580" sldId="4200"/>
            <ac:cxnSpMk id="107" creationId="{40D888AA-5FF0-8839-5286-FE305965C5D9}"/>
          </ac:cxnSpMkLst>
        </pc:cxnChg>
        <pc:cxnChg chg="del">
          <ac:chgData name="Browne, Samuel Elliott" userId="90d232cf-dd29-444b-a230-8cb860b64c69" providerId="ADAL" clId="{9E717C76-EDCE-C745-BF80-2A26DE0F0E52}" dt="2025-04-28T17:59:27.047" v="10249" actId="478"/>
          <ac:cxnSpMkLst>
            <pc:docMk/>
            <pc:sldMk cId="1161563580" sldId="4200"/>
            <ac:cxnSpMk id="124" creationId="{AC750356-6062-42F2-F06A-FA8446C9817C}"/>
          </ac:cxnSpMkLst>
        </pc:cxnChg>
      </pc:sldChg>
      <pc:sldChg chg="addSp delSp modSp add mod">
        <pc:chgData name="Browne, Samuel Elliott" userId="90d232cf-dd29-444b-a230-8cb860b64c69" providerId="ADAL" clId="{9E717C76-EDCE-C745-BF80-2A26DE0F0E52}" dt="2025-04-29T16:34:01.752" v="11127" actId="166"/>
        <pc:sldMkLst>
          <pc:docMk/>
          <pc:sldMk cId="2711711630" sldId="4201"/>
        </pc:sldMkLst>
        <pc:spChg chg="mod">
          <ac:chgData name="Browne, Samuel Elliott" userId="90d232cf-dd29-444b-a230-8cb860b64c69" providerId="ADAL" clId="{9E717C76-EDCE-C745-BF80-2A26DE0F0E52}" dt="2025-04-24T14:07:09.645" v="1180" actId="20577"/>
          <ac:spMkLst>
            <pc:docMk/>
            <pc:sldMk cId="2711711630" sldId="4201"/>
            <ac:spMk id="3" creationId="{A27D0D2F-5C10-81F9-9123-5627EEB4CDF5}"/>
          </ac:spMkLst>
        </pc:spChg>
        <pc:spChg chg="del">
          <ac:chgData name="Browne, Samuel Elliott" userId="90d232cf-dd29-444b-a230-8cb860b64c69" providerId="ADAL" clId="{9E717C76-EDCE-C745-BF80-2A26DE0F0E52}" dt="2025-04-28T17:58:09.461" v="10186" actId="478"/>
          <ac:spMkLst>
            <pc:docMk/>
            <pc:sldMk cId="2711711630" sldId="4201"/>
            <ac:spMk id="4" creationId="{7ADDDB4B-D365-043D-989D-E6A43E39A16C}"/>
          </ac:spMkLst>
        </pc:spChg>
        <pc:spChg chg="del">
          <ac:chgData name="Browne, Samuel Elliott" userId="90d232cf-dd29-444b-a230-8cb860b64c69" providerId="ADAL" clId="{9E717C76-EDCE-C745-BF80-2A26DE0F0E52}" dt="2025-04-28T17:58:05.355" v="10185" actId="478"/>
          <ac:spMkLst>
            <pc:docMk/>
            <pc:sldMk cId="2711711630" sldId="4201"/>
            <ac:spMk id="5" creationId="{CCDD9377-ABC8-C000-B070-873B35EA75B5}"/>
          </ac:spMkLst>
        </pc:spChg>
        <pc:spChg chg="mod">
          <ac:chgData name="Browne, Samuel Elliott" userId="90d232cf-dd29-444b-a230-8cb860b64c69" providerId="ADAL" clId="{9E717C76-EDCE-C745-BF80-2A26DE0F0E52}" dt="2025-04-28T19:26:50.693" v="10362" actId="166"/>
          <ac:spMkLst>
            <pc:docMk/>
            <pc:sldMk cId="2711711630" sldId="4201"/>
            <ac:spMk id="21" creationId="{7476D6EA-2247-5B98-CD82-7F5FA7F98E12}"/>
          </ac:spMkLst>
        </pc:spChg>
        <pc:spChg chg="mod">
          <ac:chgData name="Browne, Samuel Elliott" userId="90d232cf-dd29-444b-a230-8cb860b64c69" providerId="ADAL" clId="{9E717C76-EDCE-C745-BF80-2A26DE0F0E52}" dt="2025-04-28T17:58:01.705" v="10183"/>
          <ac:spMkLst>
            <pc:docMk/>
            <pc:sldMk cId="2711711630" sldId="4201"/>
            <ac:spMk id="22" creationId="{FE6F012F-8E44-4AB9-9A5A-6703C73A4296}"/>
          </ac:spMkLst>
        </pc:spChg>
        <pc:spChg chg="mod">
          <ac:chgData name="Browne, Samuel Elliott" userId="90d232cf-dd29-444b-a230-8cb860b64c69" providerId="ADAL" clId="{9E717C76-EDCE-C745-BF80-2A26DE0F0E52}" dt="2025-04-28T17:58:01.705" v="10183"/>
          <ac:spMkLst>
            <pc:docMk/>
            <pc:sldMk cId="2711711630" sldId="4201"/>
            <ac:spMk id="26" creationId="{33F72198-D07B-4B3F-9D62-D22FDD7480C0}"/>
          </ac:spMkLst>
        </pc:spChg>
        <pc:spChg chg="mod">
          <ac:chgData name="Browne, Samuel Elliott" userId="90d232cf-dd29-444b-a230-8cb860b64c69" providerId="ADAL" clId="{9E717C76-EDCE-C745-BF80-2A26DE0F0E52}" dt="2025-04-28T17:58:01.705" v="10183"/>
          <ac:spMkLst>
            <pc:docMk/>
            <pc:sldMk cId="2711711630" sldId="4201"/>
            <ac:spMk id="27" creationId="{602AC50E-D826-1E3D-0AB5-AF265F80FEC8}"/>
          </ac:spMkLst>
        </pc:spChg>
        <pc:spChg chg="mod">
          <ac:chgData name="Browne, Samuel Elliott" userId="90d232cf-dd29-444b-a230-8cb860b64c69" providerId="ADAL" clId="{9E717C76-EDCE-C745-BF80-2A26DE0F0E52}" dt="2025-04-28T19:26:42.411" v="10360" actId="207"/>
          <ac:spMkLst>
            <pc:docMk/>
            <pc:sldMk cId="2711711630" sldId="4201"/>
            <ac:spMk id="28" creationId="{4206E2A4-343B-FC95-2453-A7C50E6DF8AF}"/>
          </ac:spMkLst>
        </pc:spChg>
        <pc:spChg chg="mod">
          <ac:chgData name="Browne, Samuel Elliott" userId="90d232cf-dd29-444b-a230-8cb860b64c69" providerId="ADAL" clId="{9E717C76-EDCE-C745-BF80-2A26DE0F0E52}" dt="2025-04-24T14:05:59.576" v="1136" actId="6549"/>
          <ac:spMkLst>
            <pc:docMk/>
            <pc:sldMk cId="2711711630" sldId="4201"/>
            <ac:spMk id="29" creationId="{A1E8CEF3-8122-D201-D89E-89B8EFAF5190}"/>
          </ac:spMkLst>
        </pc:spChg>
        <pc:spChg chg="mod">
          <ac:chgData name="Browne, Samuel Elliott" userId="90d232cf-dd29-444b-a230-8cb860b64c69" providerId="ADAL" clId="{9E717C76-EDCE-C745-BF80-2A26DE0F0E52}" dt="2025-04-28T17:58:01.705" v="10183"/>
          <ac:spMkLst>
            <pc:docMk/>
            <pc:sldMk cId="2711711630" sldId="4201"/>
            <ac:spMk id="33" creationId="{0F0F1E97-7588-5722-0F38-9EBA65DAF52F}"/>
          </ac:spMkLst>
        </pc:spChg>
        <pc:spChg chg="mod">
          <ac:chgData name="Browne, Samuel Elliott" userId="90d232cf-dd29-444b-a230-8cb860b64c69" providerId="ADAL" clId="{9E717C76-EDCE-C745-BF80-2A26DE0F0E52}" dt="2025-04-28T17:58:01.705" v="10183"/>
          <ac:spMkLst>
            <pc:docMk/>
            <pc:sldMk cId="2711711630" sldId="4201"/>
            <ac:spMk id="35" creationId="{F986B469-3D51-16F9-A7DE-8B4C89FA0410}"/>
          </ac:spMkLst>
        </pc:spChg>
        <pc:spChg chg="mod">
          <ac:chgData name="Browne, Samuel Elliott" userId="90d232cf-dd29-444b-a230-8cb860b64c69" providerId="ADAL" clId="{9E717C76-EDCE-C745-BF80-2A26DE0F0E52}" dt="2025-04-28T19:27:12.034" v="10365" actId="207"/>
          <ac:spMkLst>
            <pc:docMk/>
            <pc:sldMk cId="2711711630" sldId="4201"/>
            <ac:spMk id="37" creationId="{3E12BA0B-8E6C-FD37-125E-8B08882A520E}"/>
          </ac:spMkLst>
        </pc:spChg>
        <pc:spChg chg="mod">
          <ac:chgData name="Browne, Samuel Elliott" userId="90d232cf-dd29-444b-a230-8cb860b64c69" providerId="ADAL" clId="{9E717C76-EDCE-C745-BF80-2A26DE0F0E52}" dt="2025-04-24T14:05:05.285" v="1113" actId="1036"/>
          <ac:spMkLst>
            <pc:docMk/>
            <pc:sldMk cId="2711711630" sldId="4201"/>
            <ac:spMk id="38" creationId="{4CC1382E-54D9-B554-6CB6-CA78467AABAF}"/>
          </ac:spMkLst>
        </pc:spChg>
        <pc:spChg chg="mod">
          <ac:chgData name="Browne, Samuel Elliott" userId="90d232cf-dd29-444b-a230-8cb860b64c69" providerId="ADAL" clId="{9E717C76-EDCE-C745-BF80-2A26DE0F0E52}" dt="2025-04-24T14:08:38.226" v="1185" actId="20577"/>
          <ac:spMkLst>
            <pc:docMk/>
            <pc:sldMk cId="2711711630" sldId="4201"/>
            <ac:spMk id="41" creationId="{287D368C-93A7-4669-AD63-D5F3BCFA3E1F}"/>
          </ac:spMkLst>
        </pc:spChg>
        <pc:spChg chg="mod">
          <ac:chgData name="Browne, Samuel Elliott" userId="90d232cf-dd29-444b-a230-8cb860b64c69" providerId="ADAL" clId="{9E717C76-EDCE-C745-BF80-2A26DE0F0E52}" dt="2025-04-28T19:27:29.098" v="10367" actId="171"/>
          <ac:spMkLst>
            <pc:docMk/>
            <pc:sldMk cId="2711711630" sldId="4201"/>
            <ac:spMk id="42" creationId="{EF30268A-388D-D0AA-3FA0-8D0A7DE8309C}"/>
          </ac:spMkLst>
        </pc:spChg>
        <pc:spChg chg="mod">
          <ac:chgData name="Browne, Samuel Elliott" userId="90d232cf-dd29-444b-a230-8cb860b64c69" providerId="ADAL" clId="{9E717C76-EDCE-C745-BF80-2A26DE0F0E52}" dt="2025-04-28T19:27:12.034" v="10365" actId="207"/>
          <ac:spMkLst>
            <pc:docMk/>
            <pc:sldMk cId="2711711630" sldId="4201"/>
            <ac:spMk id="44" creationId="{D403EA60-F452-6171-CE08-E1D292FB22D8}"/>
          </ac:spMkLst>
        </pc:spChg>
        <pc:spChg chg="mod">
          <ac:chgData name="Browne, Samuel Elliott" userId="90d232cf-dd29-444b-a230-8cb860b64c69" providerId="ADAL" clId="{9E717C76-EDCE-C745-BF80-2A26DE0F0E52}" dt="2025-04-24T14:04:01.730" v="1084" actId="20577"/>
          <ac:spMkLst>
            <pc:docMk/>
            <pc:sldMk cId="2711711630" sldId="4201"/>
            <ac:spMk id="73" creationId="{66911750-5C37-358B-8A43-0FB105C03F30}"/>
          </ac:spMkLst>
        </pc:spChg>
        <pc:grpChg chg="del">
          <ac:chgData name="Browne, Samuel Elliott" userId="90d232cf-dd29-444b-a230-8cb860b64c69" providerId="ADAL" clId="{9E717C76-EDCE-C745-BF80-2A26DE0F0E52}" dt="2025-04-28T17:58:10.260" v="10187" actId="478"/>
          <ac:grpSpMkLst>
            <pc:docMk/>
            <pc:sldMk cId="2711711630" sldId="4201"/>
            <ac:grpSpMk id="2" creationId="{14D36BEF-6414-B2DD-4F03-6D0CE05D0234}"/>
          </ac:grpSpMkLst>
        </pc:grpChg>
        <pc:grpChg chg="mod">
          <ac:chgData name="Browne, Samuel Elliott" userId="90d232cf-dd29-444b-a230-8cb860b64c69" providerId="ADAL" clId="{9E717C76-EDCE-C745-BF80-2A26DE0F0E52}" dt="2025-04-28T19:26:42.411" v="10360" actId="207"/>
          <ac:grpSpMkLst>
            <pc:docMk/>
            <pc:sldMk cId="2711711630" sldId="4201"/>
            <ac:grpSpMk id="19" creationId="{1A87BA08-0E5B-3D5D-8B0C-EBDF71CCF5B5}"/>
          </ac:grpSpMkLst>
        </pc:grpChg>
        <pc:grpChg chg="mod">
          <ac:chgData name="Browne, Samuel Elliott" userId="90d232cf-dd29-444b-a230-8cb860b64c69" providerId="ADAL" clId="{9E717C76-EDCE-C745-BF80-2A26DE0F0E52}" dt="2025-04-28T19:26:42.411" v="10360" actId="207"/>
          <ac:grpSpMkLst>
            <pc:docMk/>
            <pc:sldMk cId="2711711630" sldId="4201"/>
            <ac:grpSpMk id="24" creationId="{78792231-62A0-A82F-13FC-24C2E1F5D005}"/>
          </ac:grpSpMkLst>
        </pc:grpChg>
        <pc:grpChg chg="mod">
          <ac:chgData name="Browne, Samuel Elliott" userId="90d232cf-dd29-444b-a230-8cb860b64c69" providerId="ADAL" clId="{9E717C76-EDCE-C745-BF80-2A26DE0F0E52}" dt="2025-04-28T19:26:42.411" v="10360" actId="207"/>
          <ac:grpSpMkLst>
            <pc:docMk/>
            <pc:sldMk cId="2711711630" sldId="4201"/>
            <ac:grpSpMk id="31" creationId="{6426E400-E571-D77F-B96C-31EF6292EE4E}"/>
          </ac:grpSpMkLst>
        </pc:grpChg>
        <pc:grpChg chg="mod">
          <ac:chgData name="Browne, Samuel Elliott" userId="90d232cf-dd29-444b-a230-8cb860b64c69" providerId="ADAL" clId="{9E717C76-EDCE-C745-BF80-2A26DE0F0E52}" dt="2025-04-28T19:27:19.339" v="10366" actId="171"/>
          <ac:grpSpMkLst>
            <pc:docMk/>
            <pc:sldMk cId="2711711630" sldId="4201"/>
            <ac:grpSpMk id="43" creationId="{F3C1E0DB-D18A-4861-F1EE-F97DE096B462}"/>
          </ac:grpSpMkLst>
        </pc:grpChg>
        <pc:picChg chg="add mod">
          <ac:chgData name="Browne, Samuel Elliott" userId="90d232cf-dd29-444b-a230-8cb860b64c69" providerId="ADAL" clId="{9E717C76-EDCE-C745-BF80-2A26DE0F0E52}" dt="2025-04-24T14:08:36.418" v="1184" actId="1076"/>
          <ac:picMkLst>
            <pc:docMk/>
            <pc:sldMk cId="2711711630" sldId="4201"/>
            <ac:picMk id="7" creationId="{DB8C6225-76E8-A7EC-F4B0-3CA1251BE938}"/>
          </ac:picMkLst>
        </pc:picChg>
        <pc:picChg chg="mod">
          <ac:chgData name="Browne, Samuel Elliott" userId="90d232cf-dd29-444b-a230-8cb860b64c69" providerId="ADAL" clId="{9E717C76-EDCE-C745-BF80-2A26DE0F0E52}" dt="2025-04-28T17:58:01.705" v="10183"/>
          <ac:picMkLst>
            <pc:docMk/>
            <pc:sldMk cId="2711711630" sldId="4201"/>
            <ac:picMk id="23" creationId="{F01801DA-AB39-C6FD-7453-29C77797E6A3}"/>
          </ac:picMkLst>
        </pc:picChg>
        <pc:picChg chg="mod">
          <ac:chgData name="Browne, Samuel Elliott" userId="90d232cf-dd29-444b-a230-8cb860b64c69" providerId="ADAL" clId="{9E717C76-EDCE-C745-BF80-2A26DE0F0E52}" dt="2025-04-28T19:27:04.703" v="10364" actId="207"/>
          <ac:picMkLst>
            <pc:docMk/>
            <pc:sldMk cId="2711711630" sldId="4201"/>
            <ac:picMk id="30" creationId="{A9AD3F8C-CA15-0E6C-EF97-4F5E18791217}"/>
          </ac:picMkLst>
        </pc:picChg>
        <pc:picChg chg="mod">
          <ac:chgData name="Browne, Samuel Elliott" userId="90d232cf-dd29-444b-a230-8cb860b64c69" providerId="ADAL" clId="{9E717C76-EDCE-C745-BF80-2A26DE0F0E52}" dt="2025-04-28T17:58:01.705" v="10183"/>
          <ac:picMkLst>
            <pc:docMk/>
            <pc:sldMk cId="2711711630" sldId="4201"/>
            <ac:picMk id="39" creationId="{49AABF9F-B2F0-685E-E6A7-75E66ED23520}"/>
          </ac:picMkLst>
        </pc:picChg>
        <pc:picChg chg="mod">
          <ac:chgData name="Browne, Samuel Elliott" userId="90d232cf-dd29-444b-a230-8cb860b64c69" providerId="ADAL" clId="{9E717C76-EDCE-C745-BF80-2A26DE0F0E52}" dt="2025-04-24T14:06:40.448" v="1143" actId="14100"/>
          <ac:picMkLst>
            <pc:docMk/>
            <pc:sldMk cId="2711711630" sldId="4201"/>
            <ac:picMk id="40" creationId="{5D6C9C11-10FA-4A95-6875-E08EF2640DB6}"/>
          </ac:picMkLst>
        </pc:picChg>
        <pc:picChg chg="del">
          <ac:chgData name="Browne, Samuel Elliott" userId="90d232cf-dd29-444b-a230-8cb860b64c69" providerId="ADAL" clId="{9E717C76-EDCE-C745-BF80-2A26DE0F0E52}" dt="2025-04-28T17:58:04.419" v="10184" actId="478"/>
          <ac:picMkLst>
            <pc:docMk/>
            <pc:sldMk cId="2711711630" sldId="4201"/>
            <ac:picMk id="1026" creationId="{E8E9A5BC-79A6-D439-967B-CFDBC370CFBA}"/>
          </ac:picMkLst>
        </pc:picChg>
        <pc:cxnChg chg="mod">
          <ac:chgData name="Browne, Samuel Elliott" userId="90d232cf-dd29-444b-a230-8cb860b64c69" providerId="ADAL" clId="{9E717C76-EDCE-C745-BF80-2A26DE0F0E52}" dt="2025-04-29T16:34:01.752" v="11127" actId="166"/>
          <ac:cxnSpMkLst>
            <pc:docMk/>
            <pc:sldMk cId="2711711630" sldId="4201"/>
            <ac:cxnSpMk id="20" creationId="{53CBFB67-9E81-D988-4BB5-C0F25CC158AF}"/>
          </ac:cxnSpMkLst>
        </pc:cxnChg>
        <pc:cxnChg chg="add del mod">
          <ac:chgData name="Browne, Samuel Elliott" userId="90d232cf-dd29-444b-a230-8cb860b64c69" providerId="ADAL" clId="{9E717C76-EDCE-C745-BF80-2A26DE0F0E52}" dt="2025-04-29T16:34:01.752" v="11127" actId="166"/>
          <ac:cxnSpMkLst>
            <pc:docMk/>
            <pc:sldMk cId="2711711630" sldId="4201"/>
            <ac:cxnSpMk id="34" creationId="{8167918A-E50B-AE77-FF27-81D2C1EE3CC3}"/>
          </ac:cxnSpMkLst>
        </pc:cxnChg>
        <pc:cxnChg chg="mod">
          <ac:chgData name="Browne, Samuel Elliott" userId="90d232cf-dd29-444b-a230-8cb860b64c69" providerId="ADAL" clId="{9E717C76-EDCE-C745-BF80-2A26DE0F0E52}" dt="2025-04-29T16:34:01.752" v="11127" actId="166"/>
          <ac:cxnSpMkLst>
            <pc:docMk/>
            <pc:sldMk cId="2711711630" sldId="4201"/>
            <ac:cxnSpMk id="36" creationId="{E6AAF1A9-D878-025B-61F2-659956E42679}"/>
          </ac:cxnSpMkLst>
        </pc:cxnChg>
        <pc:cxnChg chg="mod">
          <ac:chgData name="Browne, Samuel Elliott" userId="90d232cf-dd29-444b-a230-8cb860b64c69" providerId="ADAL" clId="{9E717C76-EDCE-C745-BF80-2A26DE0F0E52}" dt="2025-04-24T19:07:49.391" v="1585" actId="14100"/>
          <ac:cxnSpMkLst>
            <pc:docMk/>
            <pc:sldMk cId="2711711630" sldId="4201"/>
            <ac:cxnSpMk id="53" creationId="{C3EACFD7-E9BD-D0E0-81A2-391B5414B841}"/>
          </ac:cxnSpMkLst>
        </pc:cxnChg>
        <pc:cxnChg chg="del">
          <ac:chgData name="Browne, Samuel Elliott" userId="90d232cf-dd29-444b-a230-8cb860b64c69" providerId="ADAL" clId="{9E717C76-EDCE-C745-BF80-2A26DE0F0E52}" dt="2025-04-28T17:58:12.790" v="10188" actId="478"/>
          <ac:cxnSpMkLst>
            <pc:docMk/>
            <pc:sldMk cId="2711711630" sldId="4201"/>
            <ac:cxnSpMk id="59" creationId="{3D2BAA78-00D6-F655-B727-998F299B6F63}"/>
          </ac:cxnSpMkLst>
        </pc:cxnChg>
      </pc:sldChg>
      <pc:sldChg chg="addSp delSp modSp add mod">
        <pc:chgData name="Browne, Samuel Elliott" userId="90d232cf-dd29-444b-a230-8cb860b64c69" providerId="ADAL" clId="{9E717C76-EDCE-C745-BF80-2A26DE0F0E52}" dt="2025-04-28T19:30:08.721" v="10403" actId="207"/>
        <pc:sldMkLst>
          <pc:docMk/>
          <pc:sldMk cId="3569343676" sldId="4202"/>
        </pc:sldMkLst>
        <pc:spChg chg="mod">
          <ac:chgData name="Browne, Samuel Elliott" userId="90d232cf-dd29-444b-a230-8cb860b64c69" providerId="ADAL" clId="{9E717C76-EDCE-C745-BF80-2A26DE0F0E52}" dt="2025-04-24T14:18:46.528" v="1478" actId="1076"/>
          <ac:spMkLst>
            <pc:docMk/>
            <pc:sldMk cId="3569343676" sldId="4202"/>
            <ac:spMk id="3" creationId="{5FC3199D-6DA9-F7FF-CF4F-059B030D66F3}"/>
          </ac:spMkLst>
        </pc:spChg>
        <pc:spChg chg="del">
          <ac:chgData name="Browne, Samuel Elliott" userId="90d232cf-dd29-444b-a230-8cb860b64c69" providerId="ADAL" clId="{9E717C76-EDCE-C745-BF80-2A26DE0F0E52}" dt="2025-04-28T17:58:32.881" v="10192" actId="478"/>
          <ac:spMkLst>
            <pc:docMk/>
            <pc:sldMk cId="3569343676" sldId="4202"/>
            <ac:spMk id="4" creationId="{1E69196F-EFE5-DA9C-72B3-2CAC81EF7CC5}"/>
          </ac:spMkLst>
        </pc:spChg>
        <pc:spChg chg="del">
          <ac:chgData name="Browne, Samuel Elliott" userId="90d232cf-dd29-444b-a230-8cb860b64c69" providerId="ADAL" clId="{9E717C76-EDCE-C745-BF80-2A26DE0F0E52}" dt="2025-04-28T17:58:30.284" v="10191" actId="478"/>
          <ac:spMkLst>
            <pc:docMk/>
            <pc:sldMk cId="3569343676" sldId="4202"/>
            <ac:spMk id="5" creationId="{653BDC2E-72E4-B4F4-A4B9-F6F0980BD23C}"/>
          </ac:spMkLst>
        </pc:spChg>
        <pc:spChg chg="mod">
          <ac:chgData name="Browne, Samuel Elliott" userId="90d232cf-dd29-444b-a230-8cb860b64c69" providerId="ADAL" clId="{9E717C76-EDCE-C745-BF80-2A26DE0F0E52}" dt="2025-04-24T14:21:45.844" v="1532" actId="1076"/>
          <ac:spMkLst>
            <pc:docMk/>
            <pc:sldMk cId="3569343676" sldId="4202"/>
            <ac:spMk id="13" creationId="{D727086B-F18A-3337-2EA4-3E791214264D}"/>
          </ac:spMkLst>
        </pc:spChg>
        <pc:spChg chg="mod">
          <ac:chgData name="Browne, Samuel Elliott" userId="90d232cf-dd29-444b-a230-8cb860b64c69" providerId="ADAL" clId="{9E717C76-EDCE-C745-BF80-2A26DE0F0E52}" dt="2025-04-24T14:21:45.844" v="1532" actId="1076"/>
          <ac:spMkLst>
            <pc:docMk/>
            <pc:sldMk cId="3569343676" sldId="4202"/>
            <ac:spMk id="16" creationId="{70F725F6-90C2-90FB-FFA2-C911F647686F}"/>
          </ac:spMkLst>
        </pc:spChg>
        <pc:spChg chg="add mod">
          <ac:chgData name="Browne, Samuel Elliott" userId="90d232cf-dd29-444b-a230-8cb860b64c69" providerId="ADAL" clId="{9E717C76-EDCE-C745-BF80-2A26DE0F0E52}" dt="2025-04-24T14:14:24.006" v="1365" actId="14100"/>
          <ac:spMkLst>
            <pc:docMk/>
            <pc:sldMk cId="3569343676" sldId="4202"/>
            <ac:spMk id="21" creationId="{88317759-CE3B-5E95-CFA4-DC3F3226E9E1}"/>
          </ac:spMkLst>
        </pc:spChg>
        <pc:spChg chg="add mod">
          <ac:chgData name="Browne, Samuel Elliott" userId="90d232cf-dd29-444b-a230-8cb860b64c69" providerId="ADAL" clId="{9E717C76-EDCE-C745-BF80-2A26DE0F0E52}" dt="2025-04-24T19:08:07.672" v="1591" actId="20577"/>
          <ac:spMkLst>
            <pc:docMk/>
            <pc:sldMk cId="3569343676" sldId="4202"/>
            <ac:spMk id="22" creationId="{82A005F9-8140-7DBE-F74F-7E079A61606B}"/>
          </ac:spMkLst>
        </pc:spChg>
        <pc:spChg chg="add mod">
          <ac:chgData name="Browne, Samuel Elliott" userId="90d232cf-dd29-444b-a230-8cb860b64c69" providerId="ADAL" clId="{9E717C76-EDCE-C745-BF80-2A26DE0F0E52}" dt="2025-04-28T19:28:12.753" v="10371" actId="167"/>
          <ac:spMkLst>
            <pc:docMk/>
            <pc:sldMk cId="3569343676" sldId="4202"/>
            <ac:spMk id="26" creationId="{66E68A5C-F0BD-B5A5-B96C-3EAFCEFE1CCF}"/>
          </ac:spMkLst>
        </pc:spChg>
        <pc:spChg chg="add mod">
          <ac:chgData name="Browne, Samuel Elliott" userId="90d232cf-dd29-444b-a230-8cb860b64c69" providerId="ADAL" clId="{9E717C76-EDCE-C745-BF80-2A26DE0F0E52}" dt="2025-04-24T14:19:17.385" v="1486" actId="1076"/>
          <ac:spMkLst>
            <pc:docMk/>
            <pc:sldMk cId="3569343676" sldId="4202"/>
            <ac:spMk id="27" creationId="{3FB8545D-BA29-7357-AAFB-F4494DDF9413}"/>
          </ac:spMkLst>
        </pc:spChg>
        <pc:spChg chg="mod">
          <ac:chgData name="Browne, Samuel Elliott" userId="90d232cf-dd29-444b-a230-8cb860b64c69" providerId="ADAL" clId="{9E717C76-EDCE-C745-BF80-2A26DE0F0E52}" dt="2025-04-24T14:17:32.576" v="1468" actId="1076"/>
          <ac:spMkLst>
            <pc:docMk/>
            <pc:sldMk cId="3569343676" sldId="4202"/>
            <ac:spMk id="28" creationId="{648EF62C-AD60-F301-A5F5-8BB5C3A279C1}"/>
          </ac:spMkLst>
        </pc:spChg>
        <pc:spChg chg="mod">
          <ac:chgData name="Browne, Samuel Elliott" userId="90d232cf-dd29-444b-a230-8cb860b64c69" providerId="ADAL" clId="{9E717C76-EDCE-C745-BF80-2A26DE0F0E52}" dt="2025-04-24T14:17:32.576" v="1468" actId="1076"/>
          <ac:spMkLst>
            <pc:docMk/>
            <pc:sldMk cId="3569343676" sldId="4202"/>
            <ac:spMk id="29" creationId="{E2290269-A68C-349D-28EE-F99F431AA560}"/>
          </ac:spMkLst>
        </pc:spChg>
        <pc:spChg chg="add mod">
          <ac:chgData name="Browne, Samuel Elliott" userId="90d232cf-dd29-444b-a230-8cb860b64c69" providerId="ADAL" clId="{9E717C76-EDCE-C745-BF80-2A26DE0F0E52}" dt="2025-04-28T19:30:08.721" v="10403" actId="207"/>
          <ac:spMkLst>
            <pc:docMk/>
            <pc:sldMk cId="3569343676" sldId="4202"/>
            <ac:spMk id="30" creationId="{18F6358E-EC14-6821-C788-57646B33935B}"/>
          </ac:spMkLst>
        </pc:spChg>
        <pc:spChg chg="mod">
          <ac:chgData name="Browne, Samuel Elliott" userId="90d232cf-dd29-444b-a230-8cb860b64c69" providerId="ADAL" clId="{9E717C76-EDCE-C745-BF80-2A26DE0F0E52}" dt="2025-04-24T14:17:32.576" v="1468" actId="1076"/>
          <ac:spMkLst>
            <pc:docMk/>
            <pc:sldMk cId="3569343676" sldId="4202"/>
            <ac:spMk id="38" creationId="{AACB4AAC-85BF-6C5F-9B6E-97CBF1EF8D78}"/>
          </ac:spMkLst>
        </pc:spChg>
        <pc:spChg chg="mod">
          <ac:chgData name="Browne, Samuel Elliott" userId="90d232cf-dd29-444b-a230-8cb860b64c69" providerId="ADAL" clId="{9E717C76-EDCE-C745-BF80-2A26DE0F0E52}" dt="2025-04-24T14:20:58.575" v="1525" actId="1036"/>
          <ac:spMkLst>
            <pc:docMk/>
            <pc:sldMk cId="3569343676" sldId="4202"/>
            <ac:spMk id="41" creationId="{19A0A579-FCD2-1CF8-C73A-56BA7534AB50}"/>
          </ac:spMkLst>
        </pc:spChg>
        <pc:spChg chg="mod">
          <ac:chgData name="Browne, Samuel Elliott" userId="90d232cf-dd29-444b-a230-8cb860b64c69" providerId="ADAL" clId="{9E717C76-EDCE-C745-BF80-2A26DE0F0E52}" dt="2025-04-28T19:28:17.921" v="10372" actId="167"/>
          <ac:spMkLst>
            <pc:docMk/>
            <pc:sldMk cId="3569343676" sldId="4202"/>
            <ac:spMk id="42" creationId="{87A71063-B602-2B84-0B8F-5FFA0D1D71CF}"/>
          </ac:spMkLst>
        </pc:spChg>
        <pc:spChg chg="add mod">
          <ac:chgData name="Browne, Samuel Elliott" userId="90d232cf-dd29-444b-a230-8cb860b64c69" providerId="ADAL" clId="{9E717C76-EDCE-C745-BF80-2A26DE0F0E52}" dt="2025-04-24T14:21:09.540" v="1528" actId="1076"/>
          <ac:spMkLst>
            <pc:docMk/>
            <pc:sldMk cId="3569343676" sldId="4202"/>
            <ac:spMk id="47" creationId="{653A6BF0-DC68-D846-DBB1-2587672752E4}"/>
          </ac:spMkLst>
        </pc:spChg>
        <pc:spChg chg="mod topLvl">
          <ac:chgData name="Browne, Samuel Elliott" userId="90d232cf-dd29-444b-a230-8cb860b64c69" providerId="ADAL" clId="{9E717C76-EDCE-C745-BF80-2A26DE0F0E52}" dt="2025-04-28T19:29:35.498" v="10400" actId="14100"/>
          <ac:spMkLst>
            <pc:docMk/>
            <pc:sldMk cId="3569343676" sldId="4202"/>
            <ac:spMk id="73" creationId="{A775DBA6-EA29-31B3-C908-C8F22F9977EE}"/>
          </ac:spMkLst>
        </pc:spChg>
        <pc:spChg chg="topLvl">
          <ac:chgData name="Browne, Samuel Elliott" userId="90d232cf-dd29-444b-a230-8cb860b64c69" providerId="ADAL" clId="{9E717C76-EDCE-C745-BF80-2A26DE0F0E52}" dt="2025-04-28T19:29:13.500" v="10382" actId="165"/>
          <ac:spMkLst>
            <pc:docMk/>
            <pc:sldMk cId="3569343676" sldId="4202"/>
            <ac:spMk id="74" creationId="{2941FC9A-2AF6-7D48-7DB1-7E3F65C33748}"/>
          </ac:spMkLst>
        </pc:spChg>
        <pc:spChg chg="del mod">
          <ac:chgData name="Browne, Samuel Elliott" userId="90d232cf-dd29-444b-a230-8cb860b64c69" providerId="ADAL" clId="{9E717C76-EDCE-C745-BF80-2A26DE0F0E52}" dt="2025-04-28T19:29:38.550" v="10401" actId="478"/>
          <ac:spMkLst>
            <pc:docMk/>
            <pc:sldMk cId="3569343676" sldId="4202"/>
            <ac:spMk id="104" creationId="{AAC57724-B139-B469-DDF1-C5EA0489570C}"/>
          </ac:spMkLst>
        </pc:spChg>
        <pc:spChg chg="mod">
          <ac:chgData name="Browne, Samuel Elliott" userId="90d232cf-dd29-444b-a230-8cb860b64c69" providerId="ADAL" clId="{9E717C76-EDCE-C745-BF80-2A26DE0F0E52}" dt="2025-04-28T17:58:26.370" v="10189"/>
          <ac:spMkLst>
            <pc:docMk/>
            <pc:sldMk cId="3569343676" sldId="4202"/>
            <ac:spMk id="105" creationId="{168B4978-F9BF-263F-48BF-5D68B8B60256}"/>
          </ac:spMkLst>
        </pc:spChg>
        <pc:spChg chg="mod">
          <ac:chgData name="Browne, Samuel Elliott" userId="90d232cf-dd29-444b-a230-8cb860b64c69" providerId="ADAL" clId="{9E717C76-EDCE-C745-BF80-2A26DE0F0E52}" dt="2025-04-28T17:58:26.370" v="10189"/>
          <ac:spMkLst>
            <pc:docMk/>
            <pc:sldMk cId="3569343676" sldId="4202"/>
            <ac:spMk id="108" creationId="{65CDB668-1D27-37E4-B8F1-EAB24792A847}"/>
          </ac:spMkLst>
        </pc:spChg>
        <pc:spChg chg="mod">
          <ac:chgData name="Browne, Samuel Elliott" userId="90d232cf-dd29-444b-a230-8cb860b64c69" providerId="ADAL" clId="{9E717C76-EDCE-C745-BF80-2A26DE0F0E52}" dt="2025-04-28T17:58:26.370" v="10189"/>
          <ac:spMkLst>
            <pc:docMk/>
            <pc:sldMk cId="3569343676" sldId="4202"/>
            <ac:spMk id="109" creationId="{B4576B44-496B-BF89-310B-86D7A762CD7E}"/>
          </ac:spMkLst>
        </pc:spChg>
        <pc:spChg chg="mod">
          <ac:chgData name="Browne, Samuel Elliott" userId="90d232cf-dd29-444b-a230-8cb860b64c69" providerId="ADAL" clId="{9E717C76-EDCE-C745-BF80-2A26DE0F0E52}" dt="2025-04-28T17:58:26.370" v="10189"/>
          <ac:spMkLst>
            <pc:docMk/>
            <pc:sldMk cId="3569343676" sldId="4202"/>
            <ac:spMk id="112" creationId="{E60CC8FE-68A8-FF50-3724-B35842609864}"/>
          </ac:spMkLst>
        </pc:spChg>
        <pc:spChg chg="mod">
          <ac:chgData name="Browne, Samuel Elliott" userId="90d232cf-dd29-444b-a230-8cb860b64c69" providerId="ADAL" clId="{9E717C76-EDCE-C745-BF80-2A26DE0F0E52}" dt="2025-04-28T17:59:05.787" v="10244" actId="20577"/>
          <ac:spMkLst>
            <pc:docMk/>
            <pc:sldMk cId="3569343676" sldId="4202"/>
            <ac:spMk id="113" creationId="{8D658735-5B0E-E871-EE58-ACDAB4416A79}"/>
          </ac:spMkLst>
        </pc:spChg>
        <pc:spChg chg="mod">
          <ac:chgData name="Browne, Samuel Elliott" userId="90d232cf-dd29-444b-a230-8cb860b64c69" providerId="ADAL" clId="{9E717C76-EDCE-C745-BF80-2A26DE0F0E52}" dt="2025-04-28T19:28:26.123" v="10373" actId="207"/>
          <ac:spMkLst>
            <pc:docMk/>
            <pc:sldMk cId="3569343676" sldId="4202"/>
            <ac:spMk id="114" creationId="{9C26BBBE-D208-18FC-03F3-013C0BCCA0CA}"/>
          </ac:spMkLst>
        </pc:spChg>
        <pc:spChg chg="mod">
          <ac:chgData name="Browne, Samuel Elliott" userId="90d232cf-dd29-444b-a230-8cb860b64c69" providerId="ADAL" clId="{9E717C76-EDCE-C745-BF80-2A26DE0F0E52}" dt="2025-04-28T19:28:26.123" v="10373" actId="207"/>
          <ac:spMkLst>
            <pc:docMk/>
            <pc:sldMk cId="3569343676" sldId="4202"/>
            <ac:spMk id="116" creationId="{864F3F3A-C85A-2047-5868-EFC1F9B92FA2}"/>
          </ac:spMkLst>
        </pc:spChg>
        <pc:grpChg chg="add del mod">
          <ac:chgData name="Browne, Samuel Elliott" userId="90d232cf-dd29-444b-a230-8cb860b64c69" providerId="ADAL" clId="{9E717C76-EDCE-C745-BF80-2A26DE0F0E52}" dt="2025-04-28T17:59:10.586" v="10245" actId="478"/>
          <ac:grpSpMkLst>
            <pc:docMk/>
            <pc:sldMk cId="3569343676" sldId="4202"/>
            <ac:grpSpMk id="2" creationId="{14C5F456-E850-FDB0-196B-6BB0C66AD4B3}"/>
          </ac:grpSpMkLst>
        </pc:grpChg>
        <pc:grpChg chg="add mod">
          <ac:chgData name="Browne, Samuel Elliott" userId="90d232cf-dd29-444b-a230-8cb860b64c69" providerId="ADAL" clId="{9E717C76-EDCE-C745-BF80-2A26DE0F0E52}" dt="2025-04-28T19:28:04.446" v="10370" actId="167"/>
          <ac:grpSpMkLst>
            <pc:docMk/>
            <pc:sldMk cId="3569343676" sldId="4202"/>
            <ac:grpSpMk id="6" creationId="{EE71BEE9-96A8-7660-4DA6-B27C34572ED1}"/>
          </ac:grpSpMkLst>
        </pc:grpChg>
        <pc:grpChg chg="mod">
          <ac:chgData name="Browne, Samuel Elliott" userId="90d232cf-dd29-444b-a230-8cb860b64c69" providerId="ADAL" clId="{9E717C76-EDCE-C745-BF80-2A26DE0F0E52}" dt="2025-04-24T14:20:58.575" v="1525" actId="1036"/>
          <ac:grpSpMkLst>
            <pc:docMk/>
            <pc:sldMk cId="3569343676" sldId="4202"/>
            <ac:grpSpMk id="43" creationId="{5CEFFC7E-090E-65BF-B995-C2648E3724A9}"/>
          </ac:grpSpMkLst>
        </pc:grpChg>
        <pc:grpChg chg="del">
          <ac:chgData name="Browne, Samuel Elliott" userId="90d232cf-dd29-444b-a230-8cb860b64c69" providerId="ADAL" clId="{9E717C76-EDCE-C745-BF80-2A26DE0F0E52}" dt="2025-04-28T19:29:13.500" v="10382" actId="165"/>
          <ac:grpSpMkLst>
            <pc:docMk/>
            <pc:sldMk cId="3569343676" sldId="4202"/>
            <ac:grpSpMk id="58" creationId="{616AABBB-85BC-DB7D-BF94-D89843BC93BD}"/>
          </ac:grpSpMkLst>
        </pc:grpChg>
        <pc:grpChg chg="add mod">
          <ac:chgData name="Browne, Samuel Elliott" userId="90d232cf-dd29-444b-a230-8cb860b64c69" providerId="ADAL" clId="{9E717C76-EDCE-C745-BF80-2A26DE0F0E52}" dt="2025-04-28T19:28:04.446" v="10370" actId="167"/>
          <ac:grpSpMkLst>
            <pc:docMk/>
            <pc:sldMk cId="3569343676" sldId="4202"/>
            <ac:grpSpMk id="61" creationId="{BEACE6CC-E245-92FD-12E6-22B39DEE14A8}"/>
          </ac:grpSpMkLst>
        </pc:grpChg>
        <pc:grpChg chg="add mod">
          <ac:chgData name="Browne, Samuel Elliott" userId="90d232cf-dd29-444b-a230-8cb860b64c69" providerId="ADAL" clId="{9E717C76-EDCE-C745-BF80-2A26DE0F0E52}" dt="2025-04-28T19:28:04.446" v="10370" actId="167"/>
          <ac:grpSpMkLst>
            <pc:docMk/>
            <pc:sldMk cId="3569343676" sldId="4202"/>
            <ac:grpSpMk id="62" creationId="{1CF0840F-EF51-A359-E995-0A7D457EED12}"/>
          </ac:grpSpMkLst>
        </pc:grpChg>
        <pc:grpChg chg="add mod">
          <ac:chgData name="Browne, Samuel Elliott" userId="90d232cf-dd29-444b-a230-8cb860b64c69" providerId="ADAL" clId="{9E717C76-EDCE-C745-BF80-2A26DE0F0E52}" dt="2025-04-28T19:28:04.446" v="10370" actId="167"/>
          <ac:grpSpMkLst>
            <pc:docMk/>
            <pc:sldMk cId="3569343676" sldId="4202"/>
            <ac:grpSpMk id="81" creationId="{47DCA8A8-8E9A-43C3-80A7-C46F0987F162}"/>
          </ac:grpSpMkLst>
        </pc:grpChg>
        <pc:grpChg chg="mod">
          <ac:chgData name="Browne, Samuel Elliott" userId="90d232cf-dd29-444b-a230-8cb860b64c69" providerId="ADAL" clId="{9E717C76-EDCE-C745-BF80-2A26DE0F0E52}" dt="2025-04-28T19:28:04.446" v="10370" actId="167"/>
          <ac:grpSpMkLst>
            <pc:docMk/>
            <pc:sldMk cId="3569343676" sldId="4202"/>
            <ac:grpSpMk id="103" creationId="{9D587C21-2EE7-0737-238B-F6CEFD24AB0F}"/>
          </ac:grpSpMkLst>
        </pc:grpChg>
        <pc:grpChg chg="mod">
          <ac:chgData name="Browne, Samuel Elliott" userId="90d232cf-dd29-444b-a230-8cb860b64c69" providerId="ADAL" clId="{9E717C76-EDCE-C745-BF80-2A26DE0F0E52}" dt="2025-04-28T19:28:04.446" v="10370" actId="167"/>
          <ac:grpSpMkLst>
            <pc:docMk/>
            <pc:sldMk cId="3569343676" sldId="4202"/>
            <ac:grpSpMk id="107" creationId="{206BD722-57A3-99C8-3224-70BCB9FCEE5E}"/>
          </ac:grpSpMkLst>
        </pc:grpChg>
        <pc:grpChg chg="mod">
          <ac:chgData name="Browne, Samuel Elliott" userId="90d232cf-dd29-444b-a230-8cb860b64c69" providerId="ADAL" clId="{9E717C76-EDCE-C745-BF80-2A26DE0F0E52}" dt="2025-04-28T19:28:04.446" v="10370" actId="167"/>
          <ac:grpSpMkLst>
            <pc:docMk/>
            <pc:sldMk cId="3569343676" sldId="4202"/>
            <ac:grpSpMk id="111" creationId="{DE3F4343-FA96-8B95-F1C8-A9E014191283}"/>
          </ac:grpSpMkLst>
        </pc:grpChg>
        <pc:grpChg chg="add">
          <ac:chgData name="Browne, Samuel Elliott" userId="90d232cf-dd29-444b-a230-8cb860b64c69" providerId="ADAL" clId="{9E717C76-EDCE-C745-BF80-2A26DE0F0E52}" dt="2025-04-28T19:29:46.059" v="10402" actId="164"/>
          <ac:grpSpMkLst>
            <pc:docMk/>
            <pc:sldMk cId="3569343676" sldId="4202"/>
            <ac:grpSpMk id="118" creationId="{35695C3B-63D6-2E2D-CAF0-210607CE65DE}"/>
          </ac:grpSpMkLst>
        </pc:grpChg>
        <pc:picChg chg="mod">
          <ac:chgData name="Browne, Samuel Elliott" userId="90d232cf-dd29-444b-a230-8cb860b64c69" providerId="ADAL" clId="{9E717C76-EDCE-C745-BF80-2A26DE0F0E52}" dt="2025-04-24T14:20:58.575" v="1525" actId="1036"/>
          <ac:picMkLst>
            <pc:docMk/>
            <pc:sldMk cId="3569343676" sldId="4202"/>
            <ac:picMk id="7" creationId="{075AA325-4390-AA5A-981F-9CFB43E9E4FF}"/>
          </ac:picMkLst>
        </pc:picChg>
        <pc:picChg chg="topLvl">
          <ac:chgData name="Browne, Samuel Elliott" userId="90d232cf-dd29-444b-a230-8cb860b64c69" providerId="ADAL" clId="{9E717C76-EDCE-C745-BF80-2A26DE0F0E52}" dt="2025-04-28T19:29:13.500" v="10382" actId="165"/>
          <ac:picMkLst>
            <pc:docMk/>
            <pc:sldMk cId="3569343676" sldId="4202"/>
            <ac:picMk id="25" creationId="{53A3D9C6-39E7-5866-CE1E-AA71DE238786}"/>
          </ac:picMkLst>
        </pc:picChg>
        <pc:picChg chg="mod">
          <ac:chgData name="Browne, Samuel Elliott" userId="90d232cf-dd29-444b-a230-8cb860b64c69" providerId="ADAL" clId="{9E717C76-EDCE-C745-BF80-2A26DE0F0E52}" dt="2025-04-28T17:58:26.370" v="10189"/>
          <ac:picMkLst>
            <pc:docMk/>
            <pc:sldMk cId="3569343676" sldId="4202"/>
            <ac:picMk id="106" creationId="{DE723959-2108-91A8-C694-D9084C629299}"/>
          </ac:picMkLst>
        </pc:picChg>
        <pc:picChg chg="mod">
          <ac:chgData name="Browne, Samuel Elliott" userId="90d232cf-dd29-444b-a230-8cb860b64c69" providerId="ADAL" clId="{9E717C76-EDCE-C745-BF80-2A26DE0F0E52}" dt="2025-04-28T19:28:48.300" v="10375" actId="207"/>
          <ac:picMkLst>
            <pc:docMk/>
            <pc:sldMk cId="3569343676" sldId="4202"/>
            <ac:picMk id="110" creationId="{4E39324E-1F32-04C5-2258-A0E26D5E822E}"/>
          </ac:picMkLst>
        </pc:picChg>
        <pc:picChg chg="del">
          <ac:chgData name="Browne, Samuel Elliott" userId="90d232cf-dd29-444b-a230-8cb860b64c69" providerId="ADAL" clId="{9E717C76-EDCE-C745-BF80-2A26DE0F0E52}" dt="2025-04-28T17:58:29.245" v="10190" actId="478"/>
          <ac:picMkLst>
            <pc:docMk/>
            <pc:sldMk cId="3569343676" sldId="4202"/>
            <ac:picMk id="1026" creationId="{CF79DDE8-D55D-9C68-085B-646301A29948}"/>
          </ac:picMkLst>
        </pc:picChg>
        <pc:picChg chg="add del mod">
          <ac:chgData name="Browne, Samuel Elliott" userId="90d232cf-dd29-444b-a230-8cb860b64c69" providerId="ADAL" clId="{9E717C76-EDCE-C745-BF80-2A26DE0F0E52}" dt="2025-04-24T14:19:17.385" v="1486" actId="1076"/>
          <ac:picMkLst>
            <pc:docMk/>
            <pc:sldMk cId="3569343676" sldId="4202"/>
            <ac:picMk id="3074" creationId="{E716E707-3331-8C99-5507-3EC8152872B6}"/>
          </ac:picMkLst>
        </pc:picChg>
        <pc:picChg chg="add mod">
          <ac:chgData name="Browne, Samuel Elliott" userId="90d232cf-dd29-444b-a230-8cb860b64c69" providerId="ADAL" clId="{9E717C76-EDCE-C745-BF80-2A26DE0F0E52}" dt="2025-04-24T14:17:32.576" v="1468" actId="1076"/>
          <ac:picMkLst>
            <pc:docMk/>
            <pc:sldMk cId="3569343676" sldId="4202"/>
            <ac:picMk id="3076" creationId="{2F737029-7653-00B4-985A-C4F400295134}"/>
          </ac:picMkLst>
        </pc:picChg>
        <pc:cxnChg chg="mod">
          <ac:chgData name="Browne, Samuel Elliott" userId="90d232cf-dd29-444b-a230-8cb860b64c69" providerId="ADAL" clId="{9E717C76-EDCE-C745-BF80-2A26DE0F0E52}" dt="2025-04-24T14:21:45.844" v="1532" actId="1076"/>
          <ac:cxnSpMkLst>
            <pc:docMk/>
            <pc:sldMk cId="3569343676" sldId="4202"/>
            <ac:cxnSpMk id="11" creationId="{EAFB1C63-9160-6AD7-56D8-56CFBFE3F9F7}"/>
          </ac:cxnSpMkLst>
        </pc:cxnChg>
        <pc:cxnChg chg="add mod">
          <ac:chgData name="Browne, Samuel Elliott" userId="90d232cf-dd29-444b-a230-8cb860b64c69" providerId="ADAL" clId="{9E717C76-EDCE-C745-BF80-2A26DE0F0E52}" dt="2025-04-24T14:19:33.158" v="1490" actId="14100"/>
          <ac:cxnSpMkLst>
            <pc:docMk/>
            <pc:sldMk cId="3569343676" sldId="4202"/>
            <ac:cxnSpMk id="32" creationId="{7B12DF5A-F19F-9AAB-EA01-9AF8BE25FB2A}"/>
          </ac:cxnSpMkLst>
        </pc:cxnChg>
        <pc:cxnChg chg="mod">
          <ac:chgData name="Browne, Samuel Elliott" userId="90d232cf-dd29-444b-a230-8cb860b64c69" providerId="ADAL" clId="{9E717C76-EDCE-C745-BF80-2A26DE0F0E52}" dt="2025-04-24T14:21:05.536" v="1527" actId="14100"/>
          <ac:cxnSpMkLst>
            <pc:docMk/>
            <pc:sldMk cId="3569343676" sldId="4202"/>
            <ac:cxnSpMk id="45" creationId="{799894EC-FEE3-7BA7-A832-0B182E51541C}"/>
          </ac:cxnSpMkLst>
        </pc:cxnChg>
        <pc:cxnChg chg="add mod">
          <ac:chgData name="Browne, Samuel Elliott" userId="90d232cf-dd29-444b-a230-8cb860b64c69" providerId="ADAL" clId="{9E717C76-EDCE-C745-BF80-2A26DE0F0E52}" dt="2025-04-24T14:23:38.837" v="1583" actId="14100"/>
          <ac:cxnSpMkLst>
            <pc:docMk/>
            <pc:sldMk cId="3569343676" sldId="4202"/>
            <ac:cxnSpMk id="46" creationId="{26D98EE5-6890-46CB-7115-4758FFC5FDE7}"/>
          </ac:cxnSpMkLst>
        </pc:cxnChg>
        <pc:cxnChg chg="mod">
          <ac:chgData name="Browne, Samuel Elliott" userId="90d232cf-dd29-444b-a230-8cb860b64c69" providerId="ADAL" clId="{9E717C76-EDCE-C745-BF80-2A26DE0F0E52}" dt="2025-04-24T14:21:05.536" v="1527" actId="14100"/>
          <ac:cxnSpMkLst>
            <pc:docMk/>
            <pc:sldMk cId="3569343676" sldId="4202"/>
            <ac:cxnSpMk id="50" creationId="{CCE16434-1B69-0E94-A28E-72A820810A22}"/>
          </ac:cxnSpMkLst>
        </pc:cxnChg>
        <pc:cxnChg chg="mod">
          <ac:chgData name="Browne, Samuel Elliott" userId="90d232cf-dd29-444b-a230-8cb860b64c69" providerId="ADAL" clId="{9E717C76-EDCE-C745-BF80-2A26DE0F0E52}" dt="2025-04-24T14:18:00.810" v="1474" actId="14100"/>
          <ac:cxnSpMkLst>
            <pc:docMk/>
            <pc:sldMk cId="3569343676" sldId="4202"/>
            <ac:cxnSpMk id="53" creationId="{97E5245F-0FE5-E3E4-055B-157964B521A8}"/>
          </ac:cxnSpMkLst>
        </pc:cxnChg>
        <pc:cxnChg chg="del">
          <ac:chgData name="Browne, Samuel Elliott" userId="90d232cf-dd29-444b-a230-8cb860b64c69" providerId="ADAL" clId="{9E717C76-EDCE-C745-BF80-2A26DE0F0E52}" dt="2025-04-28T17:58:34.998" v="10193" actId="478"/>
          <ac:cxnSpMkLst>
            <pc:docMk/>
            <pc:sldMk cId="3569343676" sldId="4202"/>
            <ac:cxnSpMk id="59" creationId="{20743136-1C41-EAC2-1A69-86230F726F8A}"/>
          </ac:cxnSpMkLst>
        </pc:cxnChg>
        <pc:cxnChg chg="add mod">
          <ac:chgData name="Browne, Samuel Elliott" userId="90d232cf-dd29-444b-a230-8cb860b64c69" providerId="ADAL" clId="{9E717C76-EDCE-C745-BF80-2A26DE0F0E52}" dt="2025-04-24T14:22:06.242" v="1537" actId="13822"/>
          <ac:cxnSpMkLst>
            <pc:docMk/>
            <pc:sldMk cId="3569343676" sldId="4202"/>
            <ac:cxnSpMk id="90" creationId="{E2E9D0AB-CD53-F4B8-5095-34FA6723AEF8}"/>
          </ac:cxnSpMkLst>
        </pc:cxnChg>
        <pc:cxnChg chg="add mod">
          <ac:chgData name="Browne, Samuel Elliott" userId="90d232cf-dd29-444b-a230-8cb860b64c69" providerId="ADAL" clId="{9E717C76-EDCE-C745-BF80-2A26DE0F0E52}" dt="2025-04-24T14:22:24.829" v="1541" actId="13822"/>
          <ac:cxnSpMkLst>
            <pc:docMk/>
            <pc:sldMk cId="3569343676" sldId="4202"/>
            <ac:cxnSpMk id="95" creationId="{27C4A81D-2197-D675-FCA5-19814BA2BD08}"/>
          </ac:cxnSpMkLst>
        </pc:cxnChg>
      </pc:sldChg>
      <pc:sldChg chg="addSp delSp modSp new mod ord">
        <pc:chgData name="Browne, Samuel Elliott" userId="90d232cf-dd29-444b-a230-8cb860b64c69" providerId="ADAL" clId="{9E717C76-EDCE-C745-BF80-2A26DE0F0E52}" dt="2025-04-29T19:16:25.902" v="11681" actId="20577"/>
        <pc:sldMkLst>
          <pc:docMk/>
          <pc:sldMk cId="21672298" sldId="4203"/>
        </pc:sldMkLst>
        <pc:spChg chg="mod">
          <ac:chgData name="Browne, Samuel Elliott" userId="90d232cf-dd29-444b-a230-8cb860b64c69" providerId="ADAL" clId="{9E717C76-EDCE-C745-BF80-2A26DE0F0E52}" dt="2025-04-27T18:31:37.677" v="2196"/>
          <ac:spMkLst>
            <pc:docMk/>
            <pc:sldMk cId="21672298" sldId="4203"/>
            <ac:spMk id="2" creationId="{D81E30BD-B572-8F4E-DB82-BA0CB3C5C39B}"/>
          </ac:spMkLst>
        </pc:spChg>
        <pc:spChg chg="mod">
          <ac:chgData name="Browne, Samuel Elliott" userId="90d232cf-dd29-444b-a230-8cb860b64c69" providerId="ADAL" clId="{9E717C76-EDCE-C745-BF80-2A26DE0F0E52}" dt="2025-04-29T19:16:25.902" v="11681" actId="20577"/>
          <ac:spMkLst>
            <pc:docMk/>
            <pc:sldMk cId="21672298" sldId="4203"/>
            <ac:spMk id="3" creationId="{D03DCD8C-94C6-3AF8-62BD-26CB093F3AA8}"/>
          </ac:spMkLst>
        </pc:spChg>
        <pc:spChg chg="add mod">
          <ac:chgData name="Browne, Samuel Elliott" userId="90d232cf-dd29-444b-a230-8cb860b64c69" providerId="ADAL" clId="{9E717C76-EDCE-C745-BF80-2A26DE0F0E52}" dt="2025-04-28T11:34:09.317" v="8055" actId="1076"/>
          <ac:spMkLst>
            <pc:docMk/>
            <pc:sldMk cId="21672298" sldId="4203"/>
            <ac:spMk id="6" creationId="{A7729DC3-119F-FB0F-5F02-31B3D4FCF960}"/>
          </ac:spMkLst>
        </pc:spChg>
      </pc:sldChg>
      <pc:sldChg chg="modSp add del mod">
        <pc:chgData name="Browne, Samuel Elliott" userId="90d232cf-dd29-444b-a230-8cb860b64c69" providerId="ADAL" clId="{9E717C76-EDCE-C745-BF80-2A26DE0F0E52}" dt="2025-04-27T18:31:25.326" v="2193" actId="2696"/>
        <pc:sldMkLst>
          <pc:docMk/>
          <pc:sldMk cId="252035073" sldId="4203"/>
        </pc:sldMkLst>
      </pc:sldChg>
      <pc:sldChg chg="modSp add mod ord">
        <pc:chgData name="Browne, Samuel Elliott" userId="90d232cf-dd29-444b-a230-8cb860b64c69" providerId="ADAL" clId="{9E717C76-EDCE-C745-BF80-2A26DE0F0E52}" dt="2025-04-27T18:51:54.278" v="4693" actId="13926"/>
        <pc:sldMkLst>
          <pc:docMk/>
          <pc:sldMk cId="1397929031" sldId="4204"/>
        </pc:sldMkLst>
        <pc:spChg chg="mod">
          <ac:chgData name="Browne, Samuel Elliott" userId="90d232cf-dd29-444b-a230-8cb860b64c69" providerId="ADAL" clId="{9E717C76-EDCE-C745-BF80-2A26DE0F0E52}" dt="2025-04-27T18:51:54.278" v="4693" actId="13926"/>
          <ac:spMkLst>
            <pc:docMk/>
            <pc:sldMk cId="1397929031" sldId="4204"/>
            <ac:spMk id="7" creationId="{0A3FBA78-C0A0-9337-1273-3DCA317AB947}"/>
          </ac:spMkLst>
        </pc:spChg>
      </pc:sldChg>
      <pc:sldChg chg="add del">
        <pc:chgData name="Browne, Samuel Elliott" userId="90d232cf-dd29-444b-a230-8cb860b64c69" providerId="ADAL" clId="{9E717C76-EDCE-C745-BF80-2A26DE0F0E52}" dt="2025-04-27T18:43:52.707" v="3078" actId="2696"/>
        <pc:sldMkLst>
          <pc:docMk/>
          <pc:sldMk cId="692735762" sldId="4205"/>
        </pc:sldMkLst>
      </pc:sldChg>
      <pc:sldChg chg="delSp modSp add mod ord">
        <pc:chgData name="Browne, Samuel Elliott" userId="90d232cf-dd29-444b-a230-8cb860b64c69" providerId="ADAL" clId="{9E717C76-EDCE-C745-BF80-2A26DE0F0E52}" dt="2025-04-29T19:17:38.634" v="11776" actId="27636"/>
        <pc:sldMkLst>
          <pc:docMk/>
          <pc:sldMk cId="1718935522" sldId="4205"/>
        </pc:sldMkLst>
        <pc:spChg chg="mod">
          <ac:chgData name="Browne, Samuel Elliott" userId="90d232cf-dd29-444b-a230-8cb860b64c69" providerId="ADAL" clId="{9E717C76-EDCE-C745-BF80-2A26DE0F0E52}" dt="2025-04-28T11:40:07.893" v="8636" actId="6549"/>
          <ac:spMkLst>
            <pc:docMk/>
            <pc:sldMk cId="1718935522" sldId="4205"/>
            <ac:spMk id="2" creationId="{97DC405E-BAEF-FEF2-3745-781B8296F25D}"/>
          </ac:spMkLst>
        </pc:spChg>
        <pc:spChg chg="mod">
          <ac:chgData name="Browne, Samuel Elliott" userId="90d232cf-dd29-444b-a230-8cb860b64c69" providerId="ADAL" clId="{9E717C76-EDCE-C745-BF80-2A26DE0F0E52}" dt="2025-04-29T19:17:38.634" v="11776" actId="27636"/>
          <ac:spMkLst>
            <pc:docMk/>
            <pc:sldMk cId="1718935522" sldId="4205"/>
            <ac:spMk id="3" creationId="{30F2658C-FD55-C314-A655-3CB08397AC31}"/>
          </ac:spMkLst>
        </pc:spChg>
      </pc:sldChg>
      <pc:sldChg chg="modSp new mod">
        <pc:chgData name="Browne, Samuel Elliott" userId="90d232cf-dd29-444b-a230-8cb860b64c69" providerId="ADAL" clId="{9E717C76-EDCE-C745-BF80-2A26DE0F0E52}" dt="2025-04-28T11:40:15.290" v="8657" actId="20577"/>
        <pc:sldMkLst>
          <pc:docMk/>
          <pc:sldMk cId="4291637169" sldId="4206"/>
        </pc:sldMkLst>
        <pc:spChg chg="mod">
          <ac:chgData name="Browne, Samuel Elliott" userId="90d232cf-dd29-444b-a230-8cb860b64c69" providerId="ADAL" clId="{9E717C76-EDCE-C745-BF80-2A26DE0F0E52}" dt="2025-04-28T11:40:15.290" v="8657" actId="20577"/>
          <ac:spMkLst>
            <pc:docMk/>
            <pc:sldMk cId="4291637169" sldId="4206"/>
            <ac:spMk id="2" creationId="{8399F22B-EE42-D0C9-5B22-D807E21EDDD8}"/>
          </ac:spMkLst>
        </pc:spChg>
        <pc:spChg chg="mod">
          <ac:chgData name="Browne, Samuel Elliott" userId="90d232cf-dd29-444b-a230-8cb860b64c69" providerId="ADAL" clId="{9E717C76-EDCE-C745-BF80-2A26DE0F0E52}" dt="2025-04-27T18:47:18.077" v="3965" actId="20577"/>
          <ac:spMkLst>
            <pc:docMk/>
            <pc:sldMk cId="4291637169" sldId="4206"/>
            <ac:spMk id="3" creationId="{8A447669-40EF-7E3A-71B6-74B8A17244BC}"/>
          </ac:spMkLst>
        </pc:spChg>
      </pc:sldChg>
      <pc:sldChg chg="modSp add mod">
        <pc:chgData name="Browne, Samuel Elliott" userId="90d232cf-dd29-444b-a230-8cb860b64c69" providerId="ADAL" clId="{9E717C76-EDCE-C745-BF80-2A26DE0F0E52}" dt="2025-04-29T19:18:02.001" v="11780" actId="14"/>
        <pc:sldMkLst>
          <pc:docMk/>
          <pc:sldMk cId="1391346474" sldId="4207"/>
        </pc:sldMkLst>
        <pc:spChg chg="mod">
          <ac:chgData name="Browne, Samuel Elliott" userId="90d232cf-dd29-444b-a230-8cb860b64c69" providerId="ADAL" clId="{9E717C76-EDCE-C745-BF80-2A26DE0F0E52}" dt="2025-04-28T11:40:26.980" v="8675" actId="20577"/>
          <ac:spMkLst>
            <pc:docMk/>
            <pc:sldMk cId="1391346474" sldId="4207"/>
            <ac:spMk id="2" creationId="{2737EC4D-C45A-0A80-6311-2094A4A3D6B7}"/>
          </ac:spMkLst>
        </pc:spChg>
        <pc:spChg chg="mod">
          <ac:chgData name="Browne, Samuel Elliott" userId="90d232cf-dd29-444b-a230-8cb860b64c69" providerId="ADAL" clId="{9E717C76-EDCE-C745-BF80-2A26DE0F0E52}" dt="2025-04-29T19:18:02.001" v="11780" actId="14"/>
          <ac:spMkLst>
            <pc:docMk/>
            <pc:sldMk cId="1391346474" sldId="4207"/>
            <ac:spMk id="3" creationId="{FAF6F471-AAF4-A511-F75C-2052D31BD2D4}"/>
          </ac:spMkLst>
        </pc:spChg>
      </pc:sldChg>
      <pc:sldChg chg="modSp add mod">
        <pc:chgData name="Browne, Samuel Elliott" userId="90d232cf-dd29-444b-a230-8cb860b64c69" providerId="ADAL" clId="{9E717C76-EDCE-C745-BF80-2A26DE0F0E52}" dt="2025-04-29T19:17:57.025" v="11778" actId="14"/>
        <pc:sldMkLst>
          <pc:docMk/>
          <pc:sldMk cId="2732130881" sldId="4208"/>
        </pc:sldMkLst>
        <pc:spChg chg="mod">
          <ac:chgData name="Browne, Samuel Elliott" userId="90d232cf-dd29-444b-a230-8cb860b64c69" providerId="ADAL" clId="{9E717C76-EDCE-C745-BF80-2A26DE0F0E52}" dt="2025-04-28T11:40:40.163" v="8716" actId="20577"/>
          <ac:spMkLst>
            <pc:docMk/>
            <pc:sldMk cId="2732130881" sldId="4208"/>
            <ac:spMk id="2" creationId="{B88B218D-5D7D-C87B-152C-9D6C6D0D2F25}"/>
          </ac:spMkLst>
        </pc:spChg>
        <pc:spChg chg="mod">
          <ac:chgData name="Browne, Samuel Elliott" userId="90d232cf-dd29-444b-a230-8cb860b64c69" providerId="ADAL" clId="{9E717C76-EDCE-C745-BF80-2A26DE0F0E52}" dt="2025-04-29T19:17:57.025" v="11778" actId="14"/>
          <ac:spMkLst>
            <pc:docMk/>
            <pc:sldMk cId="2732130881" sldId="4208"/>
            <ac:spMk id="3" creationId="{82A92F55-EA07-4A5E-FC31-D809B50A5119}"/>
          </ac:spMkLst>
        </pc:spChg>
      </pc:sldChg>
      <pc:sldChg chg="modSp add mod ord">
        <pc:chgData name="Browne, Samuel Elliott" userId="90d232cf-dd29-444b-a230-8cb860b64c69" providerId="ADAL" clId="{9E717C76-EDCE-C745-BF80-2A26DE0F0E52}" dt="2025-04-27T18:52:25.292" v="4726" actId="20577"/>
        <pc:sldMkLst>
          <pc:docMk/>
          <pc:sldMk cId="348622328" sldId="4209"/>
        </pc:sldMkLst>
        <pc:spChg chg="mod">
          <ac:chgData name="Browne, Samuel Elliott" userId="90d232cf-dd29-444b-a230-8cb860b64c69" providerId="ADAL" clId="{9E717C76-EDCE-C745-BF80-2A26DE0F0E52}" dt="2025-04-27T18:52:25.292" v="4726" actId="20577"/>
          <ac:spMkLst>
            <pc:docMk/>
            <pc:sldMk cId="348622328" sldId="4209"/>
            <ac:spMk id="4" creationId="{ADB91054-FED5-3C47-7A8E-247033077BDB}"/>
          </ac:spMkLst>
        </pc:spChg>
      </pc:sldChg>
      <pc:sldChg chg="modSp add mod ord">
        <pc:chgData name="Browne, Samuel Elliott" userId="90d232cf-dd29-444b-a230-8cb860b64c69" providerId="ADAL" clId="{9E717C76-EDCE-C745-BF80-2A26DE0F0E52}" dt="2025-04-27T18:52:38.873" v="4757" actId="20577"/>
        <pc:sldMkLst>
          <pc:docMk/>
          <pc:sldMk cId="1928028581" sldId="4210"/>
        </pc:sldMkLst>
        <pc:spChg chg="mod">
          <ac:chgData name="Browne, Samuel Elliott" userId="90d232cf-dd29-444b-a230-8cb860b64c69" providerId="ADAL" clId="{9E717C76-EDCE-C745-BF80-2A26DE0F0E52}" dt="2025-04-27T18:52:38.873" v="4757" actId="20577"/>
          <ac:spMkLst>
            <pc:docMk/>
            <pc:sldMk cId="1928028581" sldId="4210"/>
            <ac:spMk id="4" creationId="{2AD5038B-1024-DC2C-1CCA-8B6F9BFF6ED9}"/>
          </ac:spMkLst>
        </pc:spChg>
      </pc:sldChg>
      <pc:sldChg chg="modSp new mod">
        <pc:chgData name="Browne, Samuel Elliott" userId="90d232cf-dd29-444b-a230-8cb860b64c69" providerId="ADAL" clId="{9E717C76-EDCE-C745-BF80-2A26DE0F0E52}" dt="2025-04-29T16:28:06.799" v="11124" actId="27636"/>
        <pc:sldMkLst>
          <pc:docMk/>
          <pc:sldMk cId="40463019" sldId="4211"/>
        </pc:sldMkLst>
        <pc:spChg chg="mod">
          <ac:chgData name="Browne, Samuel Elliott" userId="90d232cf-dd29-444b-a230-8cb860b64c69" providerId="ADAL" clId="{9E717C76-EDCE-C745-BF80-2A26DE0F0E52}" dt="2025-04-27T18:59:35.698" v="4765" actId="20577"/>
          <ac:spMkLst>
            <pc:docMk/>
            <pc:sldMk cId="40463019" sldId="4211"/>
            <ac:spMk id="2" creationId="{7B130D5A-FBF6-F8D6-099B-9D2DD25DCB45}"/>
          </ac:spMkLst>
        </pc:spChg>
        <pc:spChg chg="mod">
          <ac:chgData name="Browne, Samuel Elliott" userId="90d232cf-dd29-444b-a230-8cb860b64c69" providerId="ADAL" clId="{9E717C76-EDCE-C745-BF80-2A26DE0F0E52}" dt="2025-04-29T16:28:06.799" v="11124" actId="27636"/>
          <ac:spMkLst>
            <pc:docMk/>
            <pc:sldMk cId="40463019" sldId="4211"/>
            <ac:spMk id="3" creationId="{266DB7D4-1654-ED05-0686-25AE1E6FD2C0}"/>
          </ac:spMkLst>
        </pc:spChg>
      </pc:sldChg>
      <pc:sldChg chg="modSp new mod ord">
        <pc:chgData name="Browne, Samuel Elliott" userId="90d232cf-dd29-444b-a230-8cb860b64c69" providerId="ADAL" clId="{9E717C76-EDCE-C745-BF80-2A26DE0F0E52}" dt="2025-04-28T17:36:16.225" v="9910" actId="20577"/>
        <pc:sldMkLst>
          <pc:docMk/>
          <pc:sldMk cId="1493725470" sldId="4212"/>
        </pc:sldMkLst>
        <pc:spChg chg="mod">
          <ac:chgData name="Browne, Samuel Elliott" userId="90d232cf-dd29-444b-a230-8cb860b64c69" providerId="ADAL" clId="{9E717C76-EDCE-C745-BF80-2A26DE0F0E52}" dt="2025-04-28T01:20:28.399" v="5574" actId="20577"/>
          <ac:spMkLst>
            <pc:docMk/>
            <pc:sldMk cId="1493725470" sldId="4212"/>
            <ac:spMk id="2" creationId="{F1BC5047-69D7-9EBA-1F70-D397216CD2EF}"/>
          </ac:spMkLst>
        </pc:spChg>
        <pc:spChg chg="mod">
          <ac:chgData name="Browne, Samuel Elliott" userId="90d232cf-dd29-444b-a230-8cb860b64c69" providerId="ADAL" clId="{9E717C76-EDCE-C745-BF80-2A26DE0F0E52}" dt="2025-04-28T17:36:16.225" v="9910" actId="20577"/>
          <ac:spMkLst>
            <pc:docMk/>
            <pc:sldMk cId="1493725470" sldId="4212"/>
            <ac:spMk id="3" creationId="{FC3416C8-85FE-1EE5-B47A-50B44E23187E}"/>
          </ac:spMkLst>
        </pc:spChg>
      </pc:sldChg>
      <pc:sldChg chg="new del">
        <pc:chgData name="Browne, Samuel Elliott" userId="90d232cf-dd29-444b-a230-8cb860b64c69" providerId="ADAL" clId="{9E717C76-EDCE-C745-BF80-2A26DE0F0E52}" dt="2025-04-28T01:20:15.911" v="5537" actId="2696"/>
        <pc:sldMkLst>
          <pc:docMk/>
          <pc:sldMk cId="1916277003" sldId="4212"/>
        </pc:sldMkLst>
      </pc:sldChg>
      <pc:sldChg chg="modSp new mod">
        <pc:chgData name="Browne, Samuel Elliott" userId="90d232cf-dd29-444b-a230-8cb860b64c69" providerId="ADAL" clId="{9E717C76-EDCE-C745-BF80-2A26DE0F0E52}" dt="2025-04-29T19:15:40.643" v="11671" actId="20577"/>
        <pc:sldMkLst>
          <pc:docMk/>
          <pc:sldMk cId="4191141843" sldId="4213"/>
        </pc:sldMkLst>
        <pc:spChg chg="mod">
          <ac:chgData name="Browne, Samuel Elliott" userId="90d232cf-dd29-444b-a230-8cb860b64c69" providerId="ADAL" clId="{9E717C76-EDCE-C745-BF80-2A26DE0F0E52}" dt="2025-04-28T11:37:11.350" v="8256" actId="20577"/>
          <ac:spMkLst>
            <pc:docMk/>
            <pc:sldMk cId="4191141843" sldId="4213"/>
            <ac:spMk id="2" creationId="{E576A2C0-1394-2205-D047-C370DF7D8958}"/>
          </ac:spMkLst>
        </pc:spChg>
        <pc:spChg chg="mod">
          <ac:chgData name="Browne, Samuel Elliott" userId="90d232cf-dd29-444b-a230-8cb860b64c69" providerId="ADAL" clId="{9E717C76-EDCE-C745-BF80-2A26DE0F0E52}" dt="2025-04-29T19:15:40.643" v="11671" actId="20577"/>
          <ac:spMkLst>
            <pc:docMk/>
            <pc:sldMk cId="4191141843" sldId="4213"/>
            <ac:spMk id="3" creationId="{19DDCA1B-7CF2-5E30-967F-D56F3685731A}"/>
          </ac:spMkLst>
        </pc:spChg>
      </pc:sldChg>
      <pc:sldChg chg="add del">
        <pc:chgData name="Browne, Samuel Elliott" userId="90d232cf-dd29-444b-a230-8cb860b64c69" providerId="ADAL" clId="{9E717C76-EDCE-C745-BF80-2A26DE0F0E52}" dt="2025-04-28T01:32:15.376" v="7571" actId="2696"/>
        <pc:sldMkLst>
          <pc:docMk/>
          <pc:sldMk cId="507314505" sldId="4214"/>
        </pc:sldMkLst>
      </pc:sldChg>
      <pc:sldChg chg="addSp modSp new mod ord">
        <pc:chgData name="Browne, Samuel Elliott" userId="90d232cf-dd29-444b-a230-8cb860b64c69" providerId="ADAL" clId="{9E717C76-EDCE-C745-BF80-2A26DE0F0E52}" dt="2025-04-28T17:17:37.043" v="9846" actId="20578"/>
        <pc:sldMkLst>
          <pc:docMk/>
          <pc:sldMk cId="2091536851" sldId="4214"/>
        </pc:sldMkLst>
        <pc:spChg chg="mod">
          <ac:chgData name="Browne, Samuel Elliott" userId="90d232cf-dd29-444b-a230-8cb860b64c69" providerId="ADAL" clId="{9E717C76-EDCE-C745-BF80-2A26DE0F0E52}" dt="2025-04-28T01:40:20.953" v="8044" actId="20577"/>
          <ac:spMkLst>
            <pc:docMk/>
            <pc:sldMk cId="2091536851" sldId="4214"/>
            <ac:spMk id="2" creationId="{70FE83ED-4068-76FE-5076-8DE0455BCCFF}"/>
          </ac:spMkLst>
        </pc:spChg>
        <pc:spChg chg="mod">
          <ac:chgData name="Browne, Samuel Elliott" userId="90d232cf-dd29-444b-a230-8cb860b64c69" providerId="ADAL" clId="{9E717C76-EDCE-C745-BF80-2A26DE0F0E52}" dt="2025-04-28T01:39:38.289" v="7991" actId="6549"/>
          <ac:spMkLst>
            <pc:docMk/>
            <pc:sldMk cId="2091536851" sldId="4214"/>
            <ac:spMk id="3" creationId="{7DC29C6E-4C64-ED2D-548B-BBBC56CC822A}"/>
          </ac:spMkLst>
        </pc:spChg>
        <pc:picChg chg="add mod">
          <ac:chgData name="Browne, Samuel Elliott" userId="90d232cf-dd29-444b-a230-8cb860b64c69" providerId="ADAL" clId="{9E717C76-EDCE-C745-BF80-2A26DE0F0E52}" dt="2025-04-28T01:39:44.431" v="7992" actId="1076"/>
          <ac:picMkLst>
            <pc:docMk/>
            <pc:sldMk cId="2091536851" sldId="4214"/>
            <ac:picMk id="6" creationId="{E8FDD6F5-0508-F3C6-B1DC-E737F82B4A9E}"/>
          </ac:picMkLst>
        </pc:picChg>
      </pc:sldChg>
      <pc:sldChg chg="modSp new mod">
        <pc:chgData name="Browne, Samuel Elliott" userId="90d232cf-dd29-444b-a230-8cb860b64c69" providerId="ADAL" clId="{9E717C76-EDCE-C745-BF80-2A26DE0F0E52}" dt="2025-04-29T19:18:12.678" v="11782" actId="20577"/>
        <pc:sldMkLst>
          <pc:docMk/>
          <pc:sldMk cId="791255587" sldId="4215"/>
        </pc:sldMkLst>
        <pc:spChg chg="mod">
          <ac:chgData name="Browne, Samuel Elliott" userId="90d232cf-dd29-444b-a230-8cb860b64c69" providerId="ADAL" clId="{9E717C76-EDCE-C745-BF80-2A26DE0F0E52}" dt="2025-04-28T12:06:35.432" v="8729" actId="20577"/>
          <ac:spMkLst>
            <pc:docMk/>
            <pc:sldMk cId="791255587" sldId="4215"/>
            <ac:spMk id="2" creationId="{C656E778-D4F3-C300-54F6-A59738EE25DD}"/>
          </ac:spMkLst>
        </pc:spChg>
        <pc:spChg chg="mod">
          <ac:chgData name="Browne, Samuel Elliott" userId="90d232cf-dd29-444b-a230-8cb860b64c69" providerId="ADAL" clId="{9E717C76-EDCE-C745-BF80-2A26DE0F0E52}" dt="2025-04-29T19:18:12.678" v="11782" actId="20577"/>
          <ac:spMkLst>
            <pc:docMk/>
            <pc:sldMk cId="791255587" sldId="4215"/>
            <ac:spMk id="3" creationId="{ADE368F5-6530-D4B3-E464-83775973EA6D}"/>
          </ac:spMkLst>
        </pc:spChg>
      </pc:sldChg>
      <pc:sldChg chg="modSp new mod ord">
        <pc:chgData name="Browne, Samuel Elliott" userId="90d232cf-dd29-444b-a230-8cb860b64c69" providerId="ADAL" clId="{9E717C76-EDCE-C745-BF80-2A26DE0F0E52}" dt="2025-04-29T19:18:58.840" v="11827" actId="20577"/>
        <pc:sldMkLst>
          <pc:docMk/>
          <pc:sldMk cId="1815692764" sldId="4216"/>
        </pc:sldMkLst>
        <pc:spChg chg="mod">
          <ac:chgData name="Browne, Samuel Elliott" userId="90d232cf-dd29-444b-a230-8cb860b64c69" providerId="ADAL" clId="{9E717C76-EDCE-C745-BF80-2A26DE0F0E52}" dt="2025-04-29T14:24:01.942" v="10982" actId="20577"/>
          <ac:spMkLst>
            <pc:docMk/>
            <pc:sldMk cId="1815692764" sldId="4216"/>
            <ac:spMk id="2" creationId="{EDC13354-8349-C668-2708-A600DE549FFF}"/>
          </ac:spMkLst>
        </pc:spChg>
        <pc:spChg chg="mod">
          <ac:chgData name="Browne, Samuel Elliott" userId="90d232cf-dd29-444b-a230-8cb860b64c69" providerId="ADAL" clId="{9E717C76-EDCE-C745-BF80-2A26DE0F0E52}" dt="2025-04-29T19:18:58.840" v="11827" actId="20577"/>
          <ac:spMkLst>
            <pc:docMk/>
            <pc:sldMk cId="1815692764" sldId="4216"/>
            <ac:spMk id="3" creationId="{49C31E72-95C6-F15B-439F-44CF20F57382}"/>
          </ac:spMkLst>
        </pc:spChg>
      </pc:sldChg>
      <pc:sldChg chg="new del">
        <pc:chgData name="Browne, Samuel Elliott" userId="90d232cf-dd29-444b-a230-8cb860b64c69" providerId="ADAL" clId="{9E717C76-EDCE-C745-BF80-2A26DE0F0E52}" dt="2025-04-29T14:21:40.137" v="10412" actId="2696"/>
        <pc:sldMkLst>
          <pc:docMk/>
          <pc:sldMk cId="4074531516" sldId="4216"/>
        </pc:sldMkLst>
      </pc:sldChg>
      <pc:sldMasterChg chg="delSldLayout">
        <pc:chgData name="Browne, Samuel Elliott" userId="90d232cf-dd29-444b-a230-8cb860b64c69" providerId="ADAL" clId="{9E717C76-EDCE-C745-BF80-2A26DE0F0E52}" dt="2025-04-28T01:30:55.411" v="7566" actId="2696"/>
        <pc:sldMasterMkLst>
          <pc:docMk/>
          <pc:sldMasterMk cId="2950539206" sldId="2147483699"/>
        </pc:sldMasterMkLst>
        <pc:sldLayoutChg chg="del">
          <pc:chgData name="Browne, Samuel Elliott" userId="90d232cf-dd29-444b-a230-8cb860b64c69" providerId="ADAL" clId="{9E717C76-EDCE-C745-BF80-2A26DE0F0E52}" dt="2025-04-28T01:30:55.411" v="7566" actId="2696"/>
          <pc:sldLayoutMkLst>
            <pc:docMk/>
            <pc:sldMasterMk cId="2950539206" sldId="2147483699"/>
            <pc:sldLayoutMk cId="203348874" sldId="214748370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EF7F9A-864F-DE44-AF07-EDC0CAC90137}" type="datetimeFigureOut">
              <a:rPr lang="en-US" smtClean="0"/>
              <a:t>4/29/25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0053EA-6907-8F47-ACA5-08DBFA1C37EA}" type="slidenum">
              <a:rPr lang="en-US" smtClean="0"/>
              <a:t>‹#›</a:t>
            </a:fld>
            <a:endParaRPr lang="en-US"/>
          </a:p>
        </p:txBody>
      </p:sp>
    </p:spTree>
    <p:extLst>
      <p:ext uri="{BB962C8B-B14F-4D97-AF65-F5344CB8AC3E}">
        <p14:creationId xmlns:p14="http://schemas.microsoft.com/office/powerpoint/2010/main" val="3771802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0053EA-6907-8F47-ACA5-08DBFA1C37EA}" type="slidenum">
              <a:rPr lang="en-US" smtClean="0"/>
              <a:t>1</a:t>
            </a:fld>
            <a:endParaRPr lang="en-US"/>
          </a:p>
        </p:txBody>
      </p:sp>
    </p:spTree>
    <p:extLst>
      <p:ext uri="{BB962C8B-B14F-4D97-AF65-F5344CB8AC3E}">
        <p14:creationId xmlns:p14="http://schemas.microsoft.com/office/powerpoint/2010/main" val="3731946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805C4-286A-12BF-6C91-55CE66AAC4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5B5703-B90B-26B8-5AB4-2785B70337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15F332-A316-24D3-F4A0-4D238BE4F4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7D5E4F-D551-9D3B-EBEC-A75EC9DE1231}"/>
              </a:ext>
            </a:extLst>
          </p:cNvPr>
          <p:cNvSpPr>
            <a:spLocks noGrp="1"/>
          </p:cNvSpPr>
          <p:nvPr>
            <p:ph type="sldNum" sz="quarter" idx="5"/>
          </p:nvPr>
        </p:nvSpPr>
        <p:spPr/>
        <p:txBody>
          <a:bodyPr/>
          <a:lstStyle/>
          <a:p>
            <a:fld id="{160053EA-6907-8F47-ACA5-08DBFA1C37EA}" type="slidenum">
              <a:rPr lang="en-US" smtClean="0"/>
              <a:t>3</a:t>
            </a:fld>
            <a:endParaRPr lang="en-US"/>
          </a:p>
        </p:txBody>
      </p:sp>
    </p:spTree>
    <p:extLst>
      <p:ext uri="{BB962C8B-B14F-4D97-AF65-F5344CB8AC3E}">
        <p14:creationId xmlns:p14="http://schemas.microsoft.com/office/powerpoint/2010/main" val="34464827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2430F75-B5EC-044F-A636-30352D0A1350}" type="slidenum">
              <a:rPr lang="en-US" smtClean="0"/>
              <a:pPr/>
              <a:t>5</a:t>
            </a:fld>
            <a:endParaRPr lang="en-US"/>
          </a:p>
        </p:txBody>
      </p:sp>
    </p:spTree>
    <p:extLst>
      <p:ext uri="{BB962C8B-B14F-4D97-AF65-F5344CB8AC3E}">
        <p14:creationId xmlns:p14="http://schemas.microsoft.com/office/powerpoint/2010/main" val="2424287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2430F75-B5EC-044F-A636-30352D0A1350}" type="slidenum">
              <a:rPr lang="en-US" smtClean="0"/>
              <a:pPr/>
              <a:t>6</a:t>
            </a:fld>
            <a:endParaRPr lang="en-US"/>
          </a:p>
        </p:txBody>
      </p:sp>
    </p:spTree>
    <p:extLst>
      <p:ext uri="{BB962C8B-B14F-4D97-AF65-F5344CB8AC3E}">
        <p14:creationId xmlns:p14="http://schemas.microsoft.com/office/powerpoint/2010/main" val="24242874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A2EBD-34C3-CF1F-B445-CB0EE23BB9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5F6BDA-DF48-E7C0-1153-A372876E48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D9A1F7-855F-2018-A473-E3D37D73DA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5681FB6-6B46-4CA7-7C9F-071D85D48A7F}"/>
              </a:ext>
            </a:extLst>
          </p:cNvPr>
          <p:cNvSpPr>
            <a:spLocks noGrp="1"/>
          </p:cNvSpPr>
          <p:nvPr>
            <p:ph type="sldNum" sz="quarter" idx="5"/>
          </p:nvPr>
        </p:nvSpPr>
        <p:spPr/>
        <p:txBody>
          <a:bodyPr/>
          <a:lstStyle/>
          <a:p>
            <a:fld id="{A2430F75-B5EC-044F-A636-30352D0A1350}" type="slidenum">
              <a:rPr lang="en-US" smtClean="0"/>
              <a:pPr/>
              <a:t>7</a:t>
            </a:fld>
            <a:endParaRPr lang="en-US"/>
          </a:p>
        </p:txBody>
      </p:sp>
    </p:spTree>
    <p:extLst>
      <p:ext uri="{BB962C8B-B14F-4D97-AF65-F5344CB8AC3E}">
        <p14:creationId xmlns:p14="http://schemas.microsoft.com/office/powerpoint/2010/main" val="38167098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2BCD2-0EAF-2BF8-7D11-432F155C3F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03B0B1-AAD5-46F0-43E9-E9DD11CE23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41E72-6A2E-A4EB-5BD1-97AD0DDD87A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8A9C8D3-DA8C-2331-7E0A-528B6444E6BF}"/>
              </a:ext>
            </a:extLst>
          </p:cNvPr>
          <p:cNvSpPr>
            <a:spLocks noGrp="1"/>
          </p:cNvSpPr>
          <p:nvPr>
            <p:ph type="sldNum" sz="quarter" idx="5"/>
          </p:nvPr>
        </p:nvSpPr>
        <p:spPr/>
        <p:txBody>
          <a:bodyPr/>
          <a:lstStyle/>
          <a:p>
            <a:fld id="{A2430F75-B5EC-044F-A636-30352D0A1350}" type="slidenum">
              <a:rPr lang="en-US" smtClean="0"/>
              <a:pPr/>
              <a:t>9</a:t>
            </a:fld>
            <a:endParaRPr lang="en-US"/>
          </a:p>
        </p:txBody>
      </p:sp>
    </p:spTree>
    <p:extLst>
      <p:ext uri="{BB962C8B-B14F-4D97-AF65-F5344CB8AC3E}">
        <p14:creationId xmlns:p14="http://schemas.microsoft.com/office/powerpoint/2010/main" val="26649702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B8315-151B-8586-4D81-C135811FDA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BF5D1D-4306-A2C1-ECC0-D2E8676BCF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40852C-B340-4906-96BD-02C54290B42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007A8C-2A78-F53B-8CB9-A6D26E5419C6}"/>
              </a:ext>
            </a:extLst>
          </p:cNvPr>
          <p:cNvSpPr>
            <a:spLocks noGrp="1"/>
          </p:cNvSpPr>
          <p:nvPr>
            <p:ph type="sldNum" sz="quarter" idx="5"/>
          </p:nvPr>
        </p:nvSpPr>
        <p:spPr/>
        <p:txBody>
          <a:bodyPr/>
          <a:lstStyle/>
          <a:p>
            <a:fld id="{A2430F75-B5EC-044F-A636-30352D0A1350}" type="slidenum">
              <a:rPr lang="en-US" smtClean="0"/>
              <a:pPr/>
              <a:t>10</a:t>
            </a:fld>
            <a:endParaRPr lang="en-US"/>
          </a:p>
        </p:txBody>
      </p:sp>
    </p:spTree>
    <p:extLst>
      <p:ext uri="{BB962C8B-B14F-4D97-AF65-F5344CB8AC3E}">
        <p14:creationId xmlns:p14="http://schemas.microsoft.com/office/powerpoint/2010/main" val="20137403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06CC3-9E41-26C1-00E4-E97ADF44B6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719207-29D6-3CED-F231-DA43EA96C3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CBB442-A031-4F21-3FD6-F27C7B465E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C04E33-5C11-FE69-6AD8-E18717B83D36}"/>
              </a:ext>
            </a:extLst>
          </p:cNvPr>
          <p:cNvSpPr>
            <a:spLocks noGrp="1"/>
          </p:cNvSpPr>
          <p:nvPr>
            <p:ph type="sldNum" sz="quarter" idx="5"/>
          </p:nvPr>
        </p:nvSpPr>
        <p:spPr/>
        <p:txBody>
          <a:bodyPr/>
          <a:lstStyle/>
          <a:p>
            <a:fld id="{160053EA-6907-8F47-ACA5-08DBFA1C37EA}" type="slidenum">
              <a:rPr lang="en-US" smtClean="0"/>
              <a:t>12</a:t>
            </a:fld>
            <a:endParaRPr lang="en-US"/>
          </a:p>
        </p:txBody>
      </p:sp>
    </p:spTree>
    <p:extLst>
      <p:ext uri="{BB962C8B-B14F-4D97-AF65-F5344CB8AC3E}">
        <p14:creationId xmlns:p14="http://schemas.microsoft.com/office/powerpoint/2010/main" val="12083454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0053EA-6907-8F47-ACA5-08DBFA1C37EA}" type="slidenum">
              <a:rPr lang="en-US" smtClean="0"/>
              <a:t>14</a:t>
            </a:fld>
            <a:endParaRPr lang="en-US"/>
          </a:p>
        </p:txBody>
      </p:sp>
    </p:spTree>
    <p:extLst>
      <p:ext uri="{BB962C8B-B14F-4D97-AF65-F5344CB8AC3E}">
        <p14:creationId xmlns:p14="http://schemas.microsoft.com/office/powerpoint/2010/main" val="27697545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1DF0B-D234-4A78-B52B-4EFC4AE0E0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0402C9-BE66-E34A-FF35-04826D3ABC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3547B0-EB36-9702-06A5-2AD757D3EF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CCCE03-B0C0-4265-7229-3F82F01D95CD}"/>
              </a:ext>
            </a:extLst>
          </p:cNvPr>
          <p:cNvSpPr>
            <a:spLocks noGrp="1"/>
          </p:cNvSpPr>
          <p:nvPr>
            <p:ph type="sldNum" sz="quarter" idx="5"/>
          </p:nvPr>
        </p:nvSpPr>
        <p:spPr/>
        <p:txBody>
          <a:bodyPr/>
          <a:lstStyle/>
          <a:p>
            <a:fld id="{160053EA-6907-8F47-ACA5-08DBFA1C37EA}" type="slidenum">
              <a:rPr lang="en-US" smtClean="0"/>
              <a:t>15</a:t>
            </a:fld>
            <a:endParaRPr lang="en-US"/>
          </a:p>
        </p:txBody>
      </p:sp>
    </p:spTree>
    <p:extLst>
      <p:ext uri="{BB962C8B-B14F-4D97-AF65-F5344CB8AC3E}">
        <p14:creationId xmlns:p14="http://schemas.microsoft.com/office/powerpoint/2010/main" val="5624080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2.xml"/><Relationship Id="rId6" Type="http://schemas.openxmlformats.org/officeDocument/2006/relationships/image" Target="../media/image11.emf"/><Relationship Id="rId5" Type="http://schemas.openxmlformats.org/officeDocument/2006/relationships/image" Target="../media/image7.png"/><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g"/><Relationship Id="rId1" Type="http://schemas.openxmlformats.org/officeDocument/2006/relationships/slideMaster" Target="../slideMasters/slideMaster2.xml"/><Relationship Id="rId6" Type="http://schemas.openxmlformats.org/officeDocument/2006/relationships/image" Target="../media/image11.emf"/><Relationship Id="rId5" Type="http://schemas.openxmlformats.org/officeDocument/2006/relationships/image" Target="../media/image7.png"/><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52895" y="1804415"/>
            <a:ext cx="6477000" cy="926593"/>
          </a:xfrm>
        </p:spPr>
        <p:txBody>
          <a:bodyPr lIns="0" tIns="0" rIns="0" bIns="0" anchor="b">
            <a:normAutofit/>
          </a:bodyPr>
          <a:lstStyle>
            <a:lvl1pPr algn="l">
              <a:defRPr sz="3600">
                <a:solidFill>
                  <a:schemeClr val="accent1"/>
                </a:solidFill>
                <a:latin typeface="+mj-lt"/>
              </a:defRPr>
            </a:lvl1pPr>
          </a:lstStyle>
          <a:p>
            <a:r>
              <a:rPr lang="en-US" dirty="0"/>
              <a:t>Click to add title</a:t>
            </a:r>
          </a:p>
        </p:txBody>
      </p:sp>
      <p:sp>
        <p:nvSpPr>
          <p:cNvPr id="3" name="Subtitle 2"/>
          <p:cNvSpPr>
            <a:spLocks noGrp="1"/>
          </p:cNvSpPr>
          <p:nvPr>
            <p:ph type="subTitle" idx="1" hasCustomPrompt="1"/>
          </p:nvPr>
        </p:nvSpPr>
        <p:spPr>
          <a:xfrm>
            <a:off x="352895" y="3718560"/>
            <a:ext cx="5268686" cy="552733"/>
          </a:xfrm>
          <a:prstGeom prst="rect">
            <a:avLst/>
          </a:prstGeom>
        </p:spPr>
        <p:txBody>
          <a:bodyPr lIns="0" tIns="0" rIns="0" bIns="0" anchor="b">
            <a:noAutofit/>
          </a:bodyPr>
          <a:lstStyle>
            <a:lvl1pPr marL="0" indent="0" algn="l">
              <a:buNone/>
              <a:defRPr sz="2000" b="0" spc="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 or author names</a:t>
            </a:r>
          </a:p>
        </p:txBody>
      </p:sp>
      <p:sp>
        <p:nvSpPr>
          <p:cNvPr id="27" name="Text Placeholder 26">
            <a:extLst>
              <a:ext uri="{FF2B5EF4-FFF2-40B4-BE49-F238E27FC236}">
                <a16:creationId xmlns:a16="http://schemas.microsoft.com/office/drawing/2014/main" id="{62ED528D-5375-6147-9677-05F4F59A3A33}"/>
              </a:ext>
            </a:extLst>
          </p:cNvPr>
          <p:cNvSpPr>
            <a:spLocks noGrp="1"/>
          </p:cNvSpPr>
          <p:nvPr>
            <p:ph type="body" sz="quarter" idx="10" hasCustomPrompt="1"/>
          </p:nvPr>
        </p:nvSpPr>
        <p:spPr>
          <a:xfrm>
            <a:off x="352895" y="2790226"/>
            <a:ext cx="6014120" cy="548968"/>
          </a:xfrm>
          <a:prstGeom prst="rect">
            <a:avLst/>
          </a:prstGeom>
        </p:spPr>
        <p:txBody>
          <a:bodyPr lIns="0" tIns="0" rIns="0" bIns="0">
            <a:normAutofit/>
          </a:bodyPr>
          <a:lstStyle>
            <a:lvl1pPr marL="0" indent="0">
              <a:buNone/>
              <a:defRPr sz="2400" b="0" i="1">
                <a:solidFill>
                  <a:schemeClr val="tx1"/>
                </a:solidFill>
                <a:latin typeface="+mj-lt"/>
              </a:defRPr>
            </a:lvl1pPr>
          </a:lstStyle>
          <a:p>
            <a:pPr lvl="0"/>
            <a:r>
              <a:rPr lang="en-US" dirty="0"/>
              <a:t>Click to add subtitle</a:t>
            </a:r>
          </a:p>
        </p:txBody>
      </p:sp>
      <p:pic>
        <p:nvPicPr>
          <p:cNvPr id="15" name="Picture 14">
            <a:extLst>
              <a:ext uri="{FF2B5EF4-FFF2-40B4-BE49-F238E27FC236}">
                <a16:creationId xmlns:a16="http://schemas.microsoft.com/office/drawing/2014/main" id="{4503A6FD-C173-A64C-B254-829092777B42}"/>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t="-4288" r="-3731"/>
          <a:stretch/>
        </p:blipFill>
        <p:spPr>
          <a:xfrm>
            <a:off x="345400" y="279742"/>
            <a:ext cx="1329210" cy="514736"/>
          </a:xfrm>
          <a:prstGeom prst="rect">
            <a:avLst/>
          </a:prstGeom>
        </p:spPr>
      </p:pic>
      <p:sp>
        <p:nvSpPr>
          <p:cNvPr id="16" name="TextBox 15">
            <a:extLst>
              <a:ext uri="{FF2B5EF4-FFF2-40B4-BE49-F238E27FC236}">
                <a16:creationId xmlns:a16="http://schemas.microsoft.com/office/drawing/2014/main" id="{AC12122B-590E-9045-872C-38970E3FF20E}"/>
              </a:ext>
            </a:extLst>
          </p:cNvPr>
          <p:cNvSpPr txBox="1"/>
          <p:nvPr/>
        </p:nvSpPr>
        <p:spPr>
          <a:xfrm>
            <a:off x="352895" y="924827"/>
            <a:ext cx="4504759" cy="307777"/>
          </a:xfrm>
          <a:prstGeom prst="rect">
            <a:avLst/>
          </a:prstGeom>
          <a:noFill/>
        </p:spPr>
        <p:txBody>
          <a:bodyPr wrap="none" lIns="0" tIns="0" rIns="0" bIns="0" rtlCol="0">
            <a:noAutofit/>
          </a:bodyPr>
          <a:lstStyle/>
          <a:p>
            <a:r>
              <a:rPr lang="en-US" sz="1200" i="1" spc="150" baseline="0" dirty="0">
                <a:solidFill>
                  <a:schemeClr val="tx1"/>
                </a:solidFill>
                <a:latin typeface="+mj-lt"/>
              </a:rPr>
              <a:t>Exceptional service in the national interest</a:t>
            </a:r>
          </a:p>
        </p:txBody>
      </p:sp>
      <p:sp>
        <p:nvSpPr>
          <p:cNvPr id="5" name="Content Placeholder 12">
            <a:extLst>
              <a:ext uri="{FF2B5EF4-FFF2-40B4-BE49-F238E27FC236}">
                <a16:creationId xmlns:a16="http://schemas.microsoft.com/office/drawing/2014/main" id="{9E46B321-F521-14A6-E951-95E996DCCC49}"/>
              </a:ext>
            </a:extLst>
          </p:cNvPr>
          <p:cNvSpPr>
            <a:spLocks noGrp="1"/>
          </p:cNvSpPr>
          <p:nvPr>
            <p:ph sz="quarter" idx="29" hasCustomPrompt="1"/>
          </p:nvPr>
        </p:nvSpPr>
        <p:spPr>
          <a:xfrm>
            <a:off x="8878824" y="6540370"/>
            <a:ext cx="2820445" cy="174373"/>
          </a:xfrm>
        </p:spPr>
        <p:txBody>
          <a:bodyPr lIns="0" rIns="0">
            <a:noAutofit/>
          </a:bodyPr>
          <a:lstStyle>
            <a:lvl1pPr marL="0" indent="0" algn="r">
              <a:buFontTx/>
              <a:buNone/>
              <a:defRPr lang="en-US" sz="800" b="1" i="0" kern="1200" spc="300" baseline="0" dirty="0" smtClean="0">
                <a:solidFill>
                  <a:schemeClr val="bg1"/>
                </a:solidFill>
                <a:latin typeface="+mn-lt"/>
                <a:ea typeface="Open Sans SemiBold" panose="020B0606030504020204" pitchFamily="34" charset="0"/>
                <a:cs typeface="Open Sans SemiBold" panose="020B0606030504020204" pitchFamily="34" charset="0"/>
              </a:defRPr>
            </a:lvl1pPr>
          </a:lstStyle>
          <a:p>
            <a:pPr lvl="0"/>
            <a:r>
              <a:rPr lang="en-US" dirty="0"/>
              <a:t>CLICK TO ADD SAND XXXX-XXXX P</a:t>
            </a:r>
          </a:p>
        </p:txBody>
      </p:sp>
      <p:sp>
        <p:nvSpPr>
          <p:cNvPr id="6" name="TextBox 5">
            <a:extLst>
              <a:ext uri="{FF2B5EF4-FFF2-40B4-BE49-F238E27FC236}">
                <a16:creationId xmlns:a16="http://schemas.microsoft.com/office/drawing/2014/main" id="{604D3931-9672-6FB0-B5BB-E89583E1B803}"/>
              </a:ext>
            </a:extLst>
          </p:cNvPr>
          <p:cNvSpPr txBox="1"/>
          <p:nvPr/>
        </p:nvSpPr>
        <p:spPr>
          <a:xfrm>
            <a:off x="7647627" y="5970071"/>
            <a:ext cx="4051642" cy="391517"/>
          </a:xfrm>
          <a:prstGeom prst="rect">
            <a:avLst/>
          </a:prstGeom>
          <a:noFill/>
        </p:spPr>
        <p:txBody>
          <a:bodyPr wrap="square" lIns="0" tIns="0" rIns="0" bIns="0" rtlCol="0">
            <a:noAutofit/>
          </a:bodyPr>
          <a:lstStyle/>
          <a:p>
            <a:pPr algn="r">
              <a:lnSpc>
                <a:spcPct val="110000"/>
              </a:lnSpc>
            </a:pPr>
            <a:r>
              <a:rPr lang="en-US" sz="650" b="0" i="0" kern="1200" dirty="0">
                <a:solidFill>
                  <a:schemeClr val="tx1"/>
                </a:solidFill>
                <a:effectLst/>
                <a:latin typeface="Open Sans" panose="020B0606030504020204" pitchFamily="34" charset="0"/>
                <a:ea typeface="+mn-ea"/>
                <a:cs typeface="+mn-cs"/>
              </a:rPr>
              <a:t>Sandia National Laboratories is a </a:t>
            </a:r>
            <a:r>
              <a:rPr lang="en-US" sz="650" b="0" i="0" kern="1200" dirty="0" err="1">
                <a:solidFill>
                  <a:schemeClr val="tx1"/>
                </a:solidFill>
                <a:effectLst/>
                <a:latin typeface="Open Sans" panose="020B0606030504020204" pitchFamily="34" charset="0"/>
                <a:ea typeface="+mn-ea"/>
                <a:cs typeface="+mn-cs"/>
              </a:rPr>
              <a:t>multimission</a:t>
            </a:r>
            <a:r>
              <a:rPr lang="en-US" sz="650" b="0" i="0" kern="1200" dirty="0">
                <a:solidFill>
                  <a:schemeClr val="tx1"/>
                </a:solidFill>
                <a:effectLst/>
                <a:latin typeface="Open Sans" panose="020B0606030504020204" pitchFamily="34" charset="0"/>
                <a:ea typeface="+mn-ea"/>
                <a:cs typeface="+mn-cs"/>
              </a:rPr>
              <a:t> laboratory managed and operated by National Technology and Engineering Solutions of Sandia LLC, a wholly owned subsidiary of Honeywell International Inc. for the U.S. Department of Energy’s National Nuclear Security Administration under contract DE-NA0003525.</a:t>
            </a:r>
            <a:endParaRPr lang="en-US" sz="650" b="0" i="0" dirty="0">
              <a:solidFill>
                <a:schemeClr val="tx1"/>
              </a:solidFill>
              <a:latin typeface="Open Sans" panose="020B0606030504020204" pitchFamily="34" charset="0"/>
            </a:endParaRPr>
          </a:p>
        </p:txBody>
      </p:sp>
      <p:pic>
        <p:nvPicPr>
          <p:cNvPr id="7" name="Picture 6">
            <a:extLst>
              <a:ext uri="{FF2B5EF4-FFF2-40B4-BE49-F238E27FC236}">
                <a16:creationId xmlns:a16="http://schemas.microsoft.com/office/drawing/2014/main" id="{0A0AE077-678A-92E6-6FCF-495EE5185938}"/>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10007600" y="5681777"/>
            <a:ext cx="861218" cy="209688"/>
          </a:xfrm>
          <a:prstGeom prst="rect">
            <a:avLst/>
          </a:prstGeom>
        </p:spPr>
      </p:pic>
      <p:pic>
        <p:nvPicPr>
          <p:cNvPr id="8" name="Picture 7">
            <a:extLst>
              <a:ext uri="{FF2B5EF4-FFF2-40B4-BE49-F238E27FC236}">
                <a16:creationId xmlns:a16="http://schemas.microsoft.com/office/drawing/2014/main" id="{1242D4F8-A71D-6829-77CA-B4326EA3C4E2}"/>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a:off x="11041002" y="5700166"/>
            <a:ext cx="658267" cy="191198"/>
          </a:xfrm>
          <a:prstGeom prst="rect">
            <a:avLst/>
          </a:prstGeom>
        </p:spPr>
      </p:pic>
      <p:sp>
        <p:nvSpPr>
          <p:cNvPr id="18" name="Text Placeholder 7">
            <a:extLst>
              <a:ext uri="{FF2B5EF4-FFF2-40B4-BE49-F238E27FC236}">
                <a16:creationId xmlns:a16="http://schemas.microsoft.com/office/drawing/2014/main" id="{1E759E8D-369C-956A-8160-6D9E9C7E1F6B}"/>
              </a:ext>
            </a:extLst>
          </p:cNvPr>
          <p:cNvSpPr>
            <a:spLocks noGrp="1"/>
          </p:cNvSpPr>
          <p:nvPr>
            <p:ph type="body" sz="quarter" idx="26" hasCustomPrompt="1"/>
          </p:nvPr>
        </p:nvSpPr>
        <p:spPr>
          <a:xfrm>
            <a:off x="352895" y="4393310"/>
            <a:ext cx="4819650" cy="446913"/>
          </a:xfrm>
        </p:spPr>
        <p:txBody>
          <a:bodyPr lIns="0" rIns="0">
            <a:normAutofit/>
          </a:bodyPr>
          <a:lstStyle>
            <a:lvl1pPr marL="11113" indent="0">
              <a:buFontTx/>
              <a:buNone/>
              <a:tabLst/>
              <a:defRPr sz="1400" b="0" i="1">
                <a:solidFill>
                  <a:schemeClr val="tx1"/>
                </a:solidFill>
                <a:latin typeface="+mn-lt"/>
              </a:defRPr>
            </a:lvl1pPr>
          </a:lstStyle>
          <a:p>
            <a:pPr lvl="0"/>
            <a:r>
              <a:rPr lang="en-US" dirty="0"/>
              <a:t>Click to edit program/organization name</a:t>
            </a:r>
          </a:p>
        </p:txBody>
      </p:sp>
      <p:sp>
        <p:nvSpPr>
          <p:cNvPr id="4" name="Text Placeholder 4">
            <a:extLst>
              <a:ext uri="{FF2B5EF4-FFF2-40B4-BE49-F238E27FC236}">
                <a16:creationId xmlns:a16="http://schemas.microsoft.com/office/drawing/2014/main" id="{05E1BDC2-9B14-F40F-94CC-BC96CE5E5611}"/>
              </a:ext>
            </a:extLst>
          </p:cNvPr>
          <p:cNvSpPr>
            <a:spLocks noGrp="1"/>
          </p:cNvSpPr>
          <p:nvPr>
            <p:ph type="body" sz="quarter" idx="31" hasCustomPrompt="1"/>
          </p:nvPr>
        </p:nvSpPr>
        <p:spPr>
          <a:xfrm>
            <a:off x="352895" y="4888992"/>
            <a:ext cx="4452257" cy="474944"/>
          </a:xfrm>
          <a:prstGeom prst="rect">
            <a:avLst/>
          </a:prstGeom>
        </p:spPr>
        <p:txBody>
          <a:bodyPr lIns="0" tIns="0" rIns="0" bIns="0" anchor="ctr">
            <a:normAutofit/>
          </a:bodyPr>
          <a:lstStyle>
            <a:lvl1pPr marL="0" indent="0">
              <a:lnSpc>
                <a:spcPct val="100000"/>
              </a:lnSpc>
              <a:buFontTx/>
              <a:buNone/>
              <a:defRPr sz="1100" b="0" i="0" spc="50" baseline="0">
                <a:solidFill>
                  <a:schemeClr val="tx1"/>
                </a:solidFill>
                <a:latin typeface="+mn-lt"/>
                <a:ea typeface="Open Sans SemiBold" panose="020B0606030504020204" pitchFamily="34" charset="0"/>
                <a:cs typeface="Open Sans SemiBold" panose="020B0606030504020204" pitchFamily="34" charset="0"/>
              </a:defRPr>
            </a:lvl1pPr>
          </a:lstStyle>
          <a:p>
            <a:pPr lvl="0"/>
            <a:r>
              <a:rPr lang="en-US" dirty="0"/>
              <a:t>Click to add date, location or additional content</a:t>
            </a:r>
          </a:p>
        </p:txBody>
      </p:sp>
      <p:pic>
        <p:nvPicPr>
          <p:cNvPr id="9" name="Picture 8">
            <a:extLst>
              <a:ext uri="{FF2B5EF4-FFF2-40B4-BE49-F238E27FC236}">
                <a16:creationId xmlns:a16="http://schemas.microsoft.com/office/drawing/2014/main" id="{3297AEFF-2856-3FE4-545F-3343807312B3}"/>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t="-4288" r="-3731"/>
          <a:stretch/>
        </p:blipFill>
        <p:spPr>
          <a:xfrm>
            <a:off x="345400" y="279742"/>
            <a:ext cx="1329210" cy="514736"/>
          </a:xfrm>
          <a:prstGeom prst="rect">
            <a:avLst/>
          </a:prstGeom>
        </p:spPr>
      </p:pic>
      <p:sp>
        <p:nvSpPr>
          <p:cNvPr id="10" name="TextBox 9">
            <a:extLst>
              <a:ext uri="{FF2B5EF4-FFF2-40B4-BE49-F238E27FC236}">
                <a16:creationId xmlns:a16="http://schemas.microsoft.com/office/drawing/2014/main" id="{290DC417-E8B8-286D-9BB6-443663A01AFA}"/>
              </a:ext>
            </a:extLst>
          </p:cNvPr>
          <p:cNvSpPr txBox="1"/>
          <p:nvPr userDrawn="1"/>
        </p:nvSpPr>
        <p:spPr>
          <a:xfrm>
            <a:off x="352895" y="924827"/>
            <a:ext cx="4504759" cy="307777"/>
          </a:xfrm>
          <a:prstGeom prst="rect">
            <a:avLst/>
          </a:prstGeom>
          <a:noFill/>
        </p:spPr>
        <p:txBody>
          <a:bodyPr wrap="none" lIns="0" tIns="0" rIns="0" bIns="0" rtlCol="0">
            <a:noAutofit/>
          </a:bodyPr>
          <a:lstStyle/>
          <a:p>
            <a:r>
              <a:rPr lang="en-US" sz="1200" i="1" spc="150" baseline="0" dirty="0">
                <a:solidFill>
                  <a:schemeClr val="tx1"/>
                </a:solidFill>
                <a:latin typeface="+mj-lt"/>
              </a:rPr>
              <a:t>Exceptional service in the national interest</a:t>
            </a:r>
          </a:p>
        </p:txBody>
      </p:sp>
      <p:sp>
        <p:nvSpPr>
          <p:cNvPr id="11" name="TextBox 10">
            <a:extLst>
              <a:ext uri="{FF2B5EF4-FFF2-40B4-BE49-F238E27FC236}">
                <a16:creationId xmlns:a16="http://schemas.microsoft.com/office/drawing/2014/main" id="{8F329887-7359-65E1-87D8-25FB87ECBF43}"/>
              </a:ext>
            </a:extLst>
          </p:cNvPr>
          <p:cNvSpPr txBox="1"/>
          <p:nvPr userDrawn="1"/>
        </p:nvSpPr>
        <p:spPr>
          <a:xfrm>
            <a:off x="7647627" y="5970071"/>
            <a:ext cx="4051642" cy="391517"/>
          </a:xfrm>
          <a:prstGeom prst="rect">
            <a:avLst/>
          </a:prstGeom>
          <a:noFill/>
        </p:spPr>
        <p:txBody>
          <a:bodyPr wrap="square" lIns="0" tIns="0" rIns="0" bIns="0" rtlCol="0">
            <a:noAutofit/>
          </a:bodyPr>
          <a:lstStyle/>
          <a:p>
            <a:pPr algn="r">
              <a:lnSpc>
                <a:spcPct val="110000"/>
              </a:lnSpc>
            </a:pPr>
            <a:r>
              <a:rPr lang="en-US" sz="650" b="0" i="0" kern="1200" dirty="0">
                <a:solidFill>
                  <a:schemeClr val="tx1"/>
                </a:solidFill>
                <a:effectLst/>
                <a:latin typeface="Open Sans" panose="020B0606030504020204" pitchFamily="34" charset="0"/>
                <a:ea typeface="+mn-ea"/>
                <a:cs typeface="+mn-cs"/>
              </a:rPr>
              <a:t>Sandia National Laboratories is a </a:t>
            </a:r>
            <a:r>
              <a:rPr lang="en-US" sz="650" b="0" i="0" kern="1200" dirty="0" err="1">
                <a:solidFill>
                  <a:schemeClr val="tx1"/>
                </a:solidFill>
                <a:effectLst/>
                <a:latin typeface="Open Sans" panose="020B0606030504020204" pitchFamily="34" charset="0"/>
                <a:ea typeface="+mn-ea"/>
                <a:cs typeface="+mn-cs"/>
              </a:rPr>
              <a:t>multimission</a:t>
            </a:r>
            <a:r>
              <a:rPr lang="en-US" sz="650" b="0" i="0" kern="1200" dirty="0">
                <a:solidFill>
                  <a:schemeClr val="tx1"/>
                </a:solidFill>
                <a:effectLst/>
                <a:latin typeface="Open Sans" panose="020B0606030504020204" pitchFamily="34" charset="0"/>
                <a:ea typeface="+mn-ea"/>
                <a:cs typeface="+mn-cs"/>
              </a:rPr>
              <a:t> laboratory managed and operated by National Technology and Engineering Solutions of Sandia LLC, a wholly owned subsidiary of Honeywell International Inc. for the U.S. Department of Energy’s National Nuclear Security Administration under contract DE-NA0003525.</a:t>
            </a:r>
            <a:endParaRPr lang="en-US" sz="650" b="0" i="0" dirty="0">
              <a:solidFill>
                <a:schemeClr val="tx1"/>
              </a:solidFill>
              <a:latin typeface="Open Sans" panose="020B0606030504020204" pitchFamily="34" charset="0"/>
            </a:endParaRPr>
          </a:p>
        </p:txBody>
      </p:sp>
      <p:pic>
        <p:nvPicPr>
          <p:cNvPr id="12" name="Picture 11">
            <a:extLst>
              <a:ext uri="{FF2B5EF4-FFF2-40B4-BE49-F238E27FC236}">
                <a16:creationId xmlns:a16="http://schemas.microsoft.com/office/drawing/2014/main" id="{4C815296-DB72-5CF9-C074-E3EFBFC131B2}"/>
              </a:ext>
            </a:extLst>
          </p:cNvPr>
          <p:cNvPicPr>
            <a:picLocks noChangeAspect="1"/>
          </p:cNvPicPr>
          <p:nvPr userDrawn="1"/>
        </p:nvPicPr>
        <p:blipFill>
          <a:blip r:embed="rId4" cstate="print">
            <a:extLst>
              <a:ext uri="{28A0092B-C50C-407E-A947-70E740481C1C}">
                <a14:useLocalDpi xmlns:a14="http://schemas.microsoft.com/office/drawing/2010/main"/>
              </a:ext>
            </a:extLst>
          </a:blip>
          <a:srcRect/>
          <a:stretch/>
        </p:blipFill>
        <p:spPr>
          <a:xfrm>
            <a:off x="10007600" y="5681777"/>
            <a:ext cx="861218" cy="209688"/>
          </a:xfrm>
          <a:prstGeom prst="rect">
            <a:avLst/>
          </a:prstGeom>
        </p:spPr>
      </p:pic>
      <p:pic>
        <p:nvPicPr>
          <p:cNvPr id="13" name="Picture 12">
            <a:extLst>
              <a:ext uri="{FF2B5EF4-FFF2-40B4-BE49-F238E27FC236}">
                <a16:creationId xmlns:a16="http://schemas.microsoft.com/office/drawing/2014/main" id="{A11EB052-AC4E-78FB-DF03-92CD6D784729}"/>
              </a:ext>
            </a:extLst>
          </p:cNvPr>
          <p:cNvPicPr>
            <a:picLocks noChangeAspect="1"/>
          </p:cNvPicPr>
          <p:nvPr userDrawn="1"/>
        </p:nvPicPr>
        <p:blipFill>
          <a:blip r:embed="rId5" cstate="print">
            <a:extLst>
              <a:ext uri="{28A0092B-C50C-407E-A947-70E740481C1C}">
                <a14:useLocalDpi xmlns:a14="http://schemas.microsoft.com/office/drawing/2010/main"/>
              </a:ext>
            </a:extLst>
          </a:blip>
          <a:srcRect/>
          <a:stretch/>
        </p:blipFill>
        <p:spPr>
          <a:xfrm>
            <a:off x="11041002" y="5700166"/>
            <a:ext cx="658267" cy="191198"/>
          </a:xfrm>
          <a:prstGeom prst="rect">
            <a:avLst/>
          </a:prstGeom>
        </p:spPr>
      </p:pic>
      <p:sp>
        <p:nvSpPr>
          <p:cNvPr id="14" name="Text Placeholder 5">
            <a:extLst>
              <a:ext uri="{FF2B5EF4-FFF2-40B4-BE49-F238E27FC236}">
                <a16:creationId xmlns:a16="http://schemas.microsoft.com/office/drawing/2014/main" id="{BA47EBFF-C97D-2ED7-9E00-C685343679A2}"/>
              </a:ext>
            </a:extLst>
          </p:cNvPr>
          <p:cNvSpPr>
            <a:spLocks noGrp="1"/>
          </p:cNvSpPr>
          <p:nvPr>
            <p:ph type="body" sz="quarter" idx="13" hasCustomPrompt="1"/>
          </p:nvPr>
        </p:nvSpPr>
        <p:spPr>
          <a:xfrm>
            <a:off x="352895" y="0"/>
            <a:ext cx="5753100" cy="228600"/>
          </a:xfrm>
        </p:spPr>
        <p:txBody>
          <a:bodyPr anchor="ctr">
            <a:noAutofit/>
          </a:bodyPr>
          <a:lstStyle>
            <a:lvl1pPr marL="0" indent="0" algn="l">
              <a:spcBef>
                <a:spcPts val="0"/>
              </a:spcBef>
              <a:buFont typeface="Arial" panose="020B0604020202020204" pitchFamily="34" charset="0"/>
              <a:buNone/>
              <a:defRPr sz="900" cap="all" spc="50" baseline="0">
                <a:solidFill>
                  <a:schemeClr val="tx1"/>
                </a:solidFill>
                <a:latin typeface="+mn-lt"/>
                <a:ea typeface="Open Sans SemiBold" panose="020B0706030804020204" pitchFamily="34" charset="0"/>
                <a:cs typeface="Open Sans SemiBold" panose="020B0706030804020204" pitchFamily="34" charset="0"/>
              </a:defRPr>
            </a:lvl1pPr>
            <a:lvl2pPr marL="201168" indent="0" algn="ctr">
              <a:buNone/>
              <a:defRPr sz="900" cap="all" spc="50" baseline="0">
                <a:latin typeface="Open Sans SemiBold" panose="020B0706030804020204" pitchFamily="34" charset="0"/>
                <a:ea typeface="Open Sans SemiBold" panose="020B0706030804020204" pitchFamily="34" charset="0"/>
                <a:cs typeface="Open Sans SemiBold" panose="020B0706030804020204" pitchFamily="34" charset="0"/>
              </a:defRPr>
            </a:lvl2pPr>
            <a:lvl3pPr marL="384048" indent="0" algn="ctr">
              <a:buNone/>
              <a:defRPr sz="900" cap="all" spc="50" baseline="0">
                <a:latin typeface="Open Sans SemiBold" panose="020B0706030804020204" pitchFamily="34" charset="0"/>
                <a:ea typeface="Open Sans SemiBold" panose="020B0706030804020204" pitchFamily="34" charset="0"/>
                <a:cs typeface="Open Sans SemiBold" panose="020B0706030804020204" pitchFamily="34" charset="0"/>
              </a:defRPr>
            </a:lvl3pPr>
            <a:lvl4pPr marL="566928" indent="0" algn="ctr">
              <a:buNone/>
              <a:defRPr sz="900" cap="all" spc="50" baseline="0">
                <a:latin typeface="Open Sans SemiBold" panose="020B0706030804020204" pitchFamily="34" charset="0"/>
                <a:ea typeface="Open Sans SemiBold" panose="020B0706030804020204" pitchFamily="34" charset="0"/>
                <a:cs typeface="Open Sans SemiBold" panose="020B0706030804020204" pitchFamily="34" charset="0"/>
              </a:defRPr>
            </a:lvl4pPr>
            <a:lvl5pPr marL="749808" indent="0" algn="ctr">
              <a:buNone/>
              <a:defRPr sz="900" cap="all" spc="50" baseline="0">
                <a:latin typeface="Open Sans SemiBold" panose="020B0706030804020204" pitchFamily="34" charset="0"/>
                <a:ea typeface="Open Sans SemiBold" panose="020B0706030804020204" pitchFamily="34" charset="0"/>
                <a:cs typeface="Open Sans SemiBold" panose="020B0706030804020204" pitchFamily="34" charset="0"/>
              </a:defRPr>
            </a:lvl5pPr>
          </a:lstStyle>
          <a:p>
            <a:r>
              <a:rPr lang="en-US" dirty="0"/>
              <a:t>CLICK TO EDIT CONTROL MARKING//CATEGORY</a:t>
            </a:r>
          </a:p>
        </p:txBody>
      </p:sp>
    </p:spTree>
    <p:extLst>
      <p:ext uri="{BB962C8B-B14F-4D97-AF65-F5344CB8AC3E}">
        <p14:creationId xmlns:p14="http://schemas.microsoft.com/office/powerpoint/2010/main" val="143110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Slide_Phot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52895" y="1804415"/>
            <a:ext cx="6477000" cy="926593"/>
          </a:xfrm>
        </p:spPr>
        <p:txBody>
          <a:bodyPr lIns="0" tIns="0" rIns="0" bIns="0" anchor="b">
            <a:normAutofit/>
          </a:bodyPr>
          <a:lstStyle>
            <a:lvl1pPr algn="l">
              <a:defRPr sz="3600">
                <a:solidFill>
                  <a:schemeClr val="accent1"/>
                </a:solidFill>
                <a:latin typeface="+mj-lt"/>
              </a:defRPr>
            </a:lvl1pPr>
          </a:lstStyle>
          <a:p>
            <a:r>
              <a:rPr lang="en-US" dirty="0"/>
              <a:t>Click to add title</a:t>
            </a:r>
          </a:p>
        </p:txBody>
      </p:sp>
      <p:sp>
        <p:nvSpPr>
          <p:cNvPr id="3" name="Subtitle 2"/>
          <p:cNvSpPr>
            <a:spLocks noGrp="1"/>
          </p:cNvSpPr>
          <p:nvPr>
            <p:ph type="subTitle" idx="1" hasCustomPrompt="1"/>
          </p:nvPr>
        </p:nvSpPr>
        <p:spPr>
          <a:xfrm>
            <a:off x="352895" y="3718560"/>
            <a:ext cx="5268686" cy="552733"/>
          </a:xfrm>
          <a:prstGeom prst="rect">
            <a:avLst/>
          </a:prstGeom>
        </p:spPr>
        <p:txBody>
          <a:bodyPr lIns="0" tIns="0" rIns="0" bIns="0" anchor="b">
            <a:noAutofit/>
          </a:bodyPr>
          <a:lstStyle>
            <a:lvl1pPr marL="0" indent="0" algn="l">
              <a:buNone/>
              <a:defRPr sz="2000" b="0" spc="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 or author names</a:t>
            </a:r>
          </a:p>
        </p:txBody>
      </p:sp>
      <p:sp>
        <p:nvSpPr>
          <p:cNvPr id="27" name="Text Placeholder 26">
            <a:extLst>
              <a:ext uri="{FF2B5EF4-FFF2-40B4-BE49-F238E27FC236}">
                <a16:creationId xmlns:a16="http://schemas.microsoft.com/office/drawing/2014/main" id="{62ED528D-5375-6147-9677-05F4F59A3A33}"/>
              </a:ext>
            </a:extLst>
          </p:cNvPr>
          <p:cNvSpPr>
            <a:spLocks noGrp="1"/>
          </p:cNvSpPr>
          <p:nvPr>
            <p:ph type="body" sz="quarter" idx="10" hasCustomPrompt="1"/>
          </p:nvPr>
        </p:nvSpPr>
        <p:spPr>
          <a:xfrm>
            <a:off x="352895" y="2790226"/>
            <a:ext cx="6014120" cy="548968"/>
          </a:xfrm>
          <a:prstGeom prst="rect">
            <a:avLst/>
          </a:prstGeom>
        </p:spPr>
        <p:txBody>
          <a:bodyPr lIns="0" tIns="0" rIns="0" bIns="0">
            <a:normAutofit/>
          </a:bodyPr>
          <a:lstStyle>
            <a:lvl1pPr marL="0" indent="0">
              <a:buNone/>
              <a:defRPr sz="2400" b="0" i="1">
                <a:solidFill>
                  <a:schemeClr val="tx1"/>
                </a:solidFill>
                <a:latin typeface="+mj-lt"/>
              </a:defRPr>
            </a:lvl1pPr>
          </a:lstStyle>
          <a:p>
            <a:pPr lvl="0"/>
            <a:r>
              <a:rPr lang="en-US" dirty="0"/>
              <a:t>Click to add subtitle</a:t>
            </a:r>
          </a:p>
        </p:txBody>
      </p:sp>
      <p:pic>
        <p:nvPicPr>
          <p:cNvPr id="15" name="Picture 14">
            <a:extLst>
              <a:ext uri="{FF2B5EF4-FFF2-40B4-BE49-F238E27FC236}">
                <a16:creationId xmlns:a16="http://schemas.microsoft.com/office/drawing/2014/main" id="{4503A6FD-C173-A64C-B254-829092777B42}"/>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t="-4288" r="-3731"/>
          <a:stretch/>
        </p:blipFill>
        <p:spPr>
          <a:xfrm>
            <a:off x="345400" y="279742"/>
            <a:ext cx="1329210" cy="514736"/>
          </a:xfrm>
          <a:prstGeom prst="rect">
            <a:avLst/>
          </a:prstGeom>
        </p:spPr>
      </p:pic>
      <p:sp>
        <p:nvSpPr>
          <p:cNvPr id="16" name="TextBox 15">
            <a:extLst>
              <a:ext uri="{FF2B5EF4-FFF2-40B4-BE49-F238E27FC236}">
                <a16:creationId xmlns:a16="http://schemas.microsoft.com/office/drawing/2014/main" id="{AC12122B-590E-9045-872C-38970E3FF20E}"/>
              </a:ext>
            </a:extLst>
          </p:cNvPr>
          <p:cNvSpPr txBox="1"/>
          <p:nvPr/>
        </p:nvSpPr>
        <p:spPr>
          <a:xfrm>
            <a:off x="352895" y="924827"/>
            <a:ext cx="4504759" cy="307777"/>
          </a:xfrm>
          <a:prstGeom prst="rect">
            <a:avLst/>
          </a:prstGeom>
          <a:noFill/>
        </p:spPr>
        <p:txBody>
          <a:bodyPr wrap="none" lIns="0" tIns="0" rIns="0" bIns="0" rtlCol="0">
            <a:noAutofit/>
          </a:bodyPr>
          <a:lstStyle/>
          <a:p>
            <a:r>
              <a:rPr lang="en-US" sz="1200" i="1" spc="150" baseline="0" dirty="0">
                <a:solidFill>
                  <a:schemeClr val="tx1"/>
                </a:solidFill>
                <a:latin typeface="+mj-lt"/>
              </a:rPr>
              <a:t>Exceptional service in the national interest</a:t>
            </a:r>
          </a:p>
        </p:txBody>
      </p:sp>
      <p:sp>
        <p:nvSpPr>
          <p:cNvPr id="5" name="Content Placeholder 12">
            <a:extLst>
              <a:ext uri="{FF2B5EF4-FFF2-40B4-BE49-F238E27FC236}">
                <a16:creationId xmlns:a16="http://schemas.microsoft.com/office/drawing/2014/main" id="{9E46B321-F521-14A6-E951-95E996DCCC49}"/>
              </a:ext>
            </a:extLst>
          </p:cNvPr>
          <p:cNvSpPr>
            <a:spLocks noGrp="1"/>
          </p:cNvSpPr>
          <p:nvPr>
            <p:ph sz="quarter" idx="29" hasCustomPrompt="1"/>
          </p:nvPr>
        </p:nvSpPr>
        <p:spPr>
          <a:xfrm>
            <a:off x="8878824" y="6540370"/>
            <a:ext cx="2820445" cy="174373"/>
          </a:xfrm>
        </p:spPr>
        <p:txBody>
          <a:bodyPr lIns="0" rIns="0">
            <a:noAutofit/>
          </a:bodyPr>
          <a:lstStyle>
            <a:lvl1pPr marL="0" indent="0" algn="r">
              <a:buFontTx/>
              <a:buNone/>
              <a:defRPr lang="en-US" sz="800" b="1" i="0" kern="1200" spc="300" baseline="0" dirty="0" smtClean="0">
                <a:solidFill>
                  <a:schemeClr val="bg1"/>
                </a:solidFill>
                <a:latin typeface="+mn-lt"/>
                <a:ea typeface="Open Sans SemiBold" panose="020B0606030504020204" pitchFamily="34" charset="0"/>
                <a:cs typeface="Open Sans SemiBold" panose="020B0606030504020204" pitchFamily="34" charset="0"/>
              </a:defRPr>
            </a:lvl1pPr>
          </a:lstStyle>
          <a:p>
            <a:pPr lvl="0"/>
            <a:r>
              <a:rPr lang="en-US" dirty="0"/>
              <a:t>CLICK TO ADD SAND XXXX-XXXX P</a:t>
            </a:r>
          </a:p>
        </p:txBody>
      </p:sp>
      <p:sp>
        <p:nvSpPr>
          <p:cNvPr id="6" name="TextBox 5">
            <a:extLst>
              <a:ext uri="{FF2B5EF4-FFF2-40B4-BE49-F238E27FC236}">
                <a16:creationId xmlns:a16="http://schemas.microsoft.com/office/drawing/2014/main" id="{604D3931-9672-6FB0-B5BB-E89583E1B803}"/>
              </a:ext>
            </a:extLst>
          </p:cNvPr>
          <p:cNvSpPr txBox="1"/>
          <p:nvPr/>
        </p:nvSpPr>
        <p:spPr>
          <a:xfrm>
            <a:off x="7647627" y="5970071"/>
            <a:ext cx="4051642" cy="391517"/>
          </a:xfrm>
          <a:prstGeom prst="rect">
            <a:avLst/>
          </a:prstGeom>
          <a:noFill/>
        </p:spPr>
        <p:txBody>
          <a:bodyPr wrap="square" lIns="0" tIns="0" rIns="0" bIns="0" rtlCol="0">
            <a:noAutofit/>
          </a:bodyPr>
          <a:lstStyle/>
          <a:p>
            <a:pPr algn="r">
              <a:lnSpc>
                <a:spcPct val="110000"/>
              </a:lnSpc>
            </a:pPr>
            <a:r>
              <a:rPr lang="en-US" sz="650" b="0" i="0" kern="1200" dirty="0">
                <a:solidFill>
                  <a:schemeClr val="tx1"/>
                </a:solidFill>
                <a:effectLst/>
                <a:latin typeface="Open Sans" panose="020B0606030504020204" pitchFamily="34" charset="0"/>
                <a:ea typeface="+mn-ea"/>
                <a:cs typeface="+mn-cs"/>
              </a:rPr>
              <a:t>Sandia National Laboratories is a </a:t>
            </a:r>
            <a:r>
              <a:rPr lang="en-US" sz="650" b="0" i="0" kern="1200" dirty="0" err="1">
                <a:solidFill>
                  <a:schemeClr val="tx1"/>
                </a:solidFill>
                <a:effectLst/>
                <a:latin typeface="Open Sans" panose="020B0606030504020204" pitchFamily="34" charset="0"/>
                <a:ea typeface="+mn-ea"/>
                <a:cs typeface="+mn-cs"/>
              </a:rPr>
              <a:t>multimission</a:t>
            </a:r>
            <a:r>
              <a:rPr lang="en-US" sz="650" b="0" i="0" kern="1200" dirty="0">
                <a:solidFill>
                  <a:schemeClr val="tx1"/>
                </a:solidFill>
                <a:effectLst/>
                <a:latin typeface="Open Sans" panose="020B0606030504020204" pitchFamily="34" charset="0"/>
                <a:ea typeface="+mn-ea"/>
                <a:cs typeface="+mn-cs"/>
              </a:rPr>
              <a:t> laboratory managed and operated by National Technology and Engineering Solutions of Sandia LLC, a wholly owned subsidiary of Honeywell International Inc. for the U.S. Department of Energy’s National Nuclear Security Administration under contract DE-NA0003525.</a:t>
            </a:r>
            <a:endParaRPr lang="en-US" sz="650" b="0" i="0" dirty="0">
              <a:solidFill>
                <a:schemeClr val="tx1"/>
              </a:solidFill>
              <a:latin typeface="Open Sans" panose="020B0606030504020204" pitchFamily="34" charset="0"/>
            </a:endParaRPr>
          </a:p>
        </p:txBody>
      </p:sp>
      <p:pic>
        <p:nvPicPr>
          <p:cNvPr id="7" name="Picture 6">
            <a:extLst>
              <a:ext uri="{FF2B5EF4-FFF2-40B4-BE49-F238E27FC236}">
                <a16:creationId xmlns:a16="http://schemas.microsoft.com/office/drawing/2014/main" id="{0A0AE077-678A-92E6-6FCF-495EE5185938}"/>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10007600" y="5681777"/>
            <a:ext cx="861218" cy="209688"/>
          </a:xfrm>
          <a:prstGeom prst="rect">
            <a:avLst/>
          </a:prstGeom>
        </p:spPr>
      </p:pic>
      <p:pic>
        <p:nvPicPr>
          <p:cNvPr id="8" name="Picture 7">
            <a:extLst>
              <a:ext uri="{FF2B5EF4-FFF2-40B4-BE49-F238E27FC236}">
                <a16:creationId xmlns:a16="http://schemas.microsoft.com/office/drawing/2014/main" id="{1242D4F8-A71D-6829-77CA-B4326EA3C4E2}"/>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a:off x="11041002" y="5700166"/>
            <a:ext cx="658267" cy="191198"/>
          </a:xfrm>
          <a:prstGeom prst="rect">
            <a:avLst/>
          </a:prstGeom>
        </p:spPr>
      </p:pic>
      <p:sp>
        <p:nvSpPr>
          <p:cNvPr id="18" name="Text Placeholder 7">
            <a:extLst>
              <a:ext uri="{FF2B5EF4-FFF2-40B4-BE49-F238E27FC236}">
                <a16:creationId xmlns:a16="http://schemas.microsoft.com/office/drawing/2014/main" id="{1E759E8D-369C-956A-8160-6D9E9C7E1F6B}"/>
              </a:ext>
            </a:extLst>
          </p:cNvPr>
          <p:cNvSpPr>
            <a:spLocks noGrp="1"/>
          </p:cNvSpPr>
          <p:nvPr>
            <p:ph type="body" sz="quarter" idx="26" hasCustomPrompt="1"/>
          </p:nvPr>
        </p:nvSpPr>
        <p:spPr>
          <a:xfrm>
            <a:off x="352895" y="4393310"/>
            <a:ext cx="4819650" cy="446913"/>
          </a:xfrm>
        </p:spPr>
        <p:txBody>
          <a:bodyPr lIns="0" rIns="0">
            <a:normAutofit/>
          </a:bodyPr>
          <a:lstStyle>
            <a:lvl1pPr marL="11113" indent="0">
              <a:buFontTx/>
              <a:buNone/>
              <a:tabLst/>
              <a:defRPr sz="1400" b="0" i="1">
                <a:solidFill>
                  <a:schemeClr val="tx1"/>
                </a:solidFill>
                <a:latin typeface="+mn-lt"/>
              </a:defRPr>
            </a:lvl1pPr>
          </a:lstStyle>
          <a:p>
            <a:pPr lvl="0"/>
            <a:r>
              <a:rPr lang="en-US" dirty="0"/>
              <a:t>Click to edit program/organization name</a:t>
            </a:r>
          </a:p>
        </p:txBody>
      </p:sp>
      <p:sp>
        <p:nvSpPr>
          <p:cNvPr id="4" name="Text Placeholder 4">
            <a:extLst>
              <a:ext uri="{FF2B5EF4-FFF2-40B4-BE49-F238E27FC236}">
                <a16:creationId xmlns:a16="http://schemas.microsoft.com/office/drawing/2014/main" id="{05E1BDC2-9B14-F40F-94CC-BC96CE5E5611}"/>
              </a:ext>
            </a:extLst>
          </p:cNvPr>
          <p:cNvSpPr>
            <a:spLocks noGrp="1"/>
          </p:cNvSpPr>
          <p:nvPr>
            <p:ph type="body" sz="quarter" idx="31" hasCustomPrompt="1"/>
          </p:nvPr>
        </p:nvSpPr>
        <p:spPr>
          <a:xfrm>
            <a:off x="352895" y="4888992"/>
            <a:ext cx="4452257" cy="474944"/>
          </a:xfrm>
          <a:prstGeom prst="rect">
            <a:avLst/>
          </a:prstGeom>
        </p:spPr>
        <p:txBody>
          <a:bodyPr lIns="0" tIns="0" rIns="0" bIns="0" anchor="ctr">
            <a:normAutofit/>
          </a:bodyPr>
          <a:lstStyle>
            <a:lvl1pPr marL="0" indent="0">
              <a:lnSpc>
                <a:spcPct val="100000"/>
              </a:lnSpc>
              <a:buFontTx/>
              <a:buNone/>
              <a:defRPr sz="1100" b="0" i="0" spc="50" baseline="0">
                <a:solidFill>
                  <a:schemeClr val="tx1"/>
                </a:solidFill>
                <a:latin typeface="+mn-lt"/>
                <a:ea typeface="Open Sans SemiBold" panose="020B0606030504020204" pitchFamily="34" charset="0"/>
                <a:cs typeface="Open Sans SemiBold" panose="020B0606030504020204" pitchFamily="34" charset="0"/>
              </a:defRPr>
            </a:lvl1pPr>
          </a:lstStyle>
          <a:p>
            <a:pPr lvl="0"/>
            <a:r>
              <a:rPr lang="en-US" dirty="0"/>
              <a:t>Click to add date, location or additional content</a:t>
            </a:r>
          </a:p>
        </p:txBody>
      </p:sp>
      <p:pic>
        <p:nvPicPr>
          <p:cNvPr id="9" name="Picture 8">
            <a:extLst>
              <a:ext uri="{FF2B5EF4-FFF2-40B4-BE49-F238E27FC236}">
                <a16:creationId xmlns:a16="http://schemas.microsoft.com/office/drawing/2014/main" id="{3297AEFF-2856-3FE4-545F-3343807312B3}"/>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t="-4288" r="-3731"/>
          <a:stretch/>
        </p:blipFill>
        <p:spPr>
          <a:xfrm>
            <a:off x="345400" y="279742"/>
            <a:ext cx="1329210" cy="514736"/>
          </a:xfrm>
          <a:prstGeom prst="rect">
            <a:avLst/>
          </a:prstGeom>
        </p:spPr>
      </p:pic>
      <p:sp>
        <p:nvSpPr>
          <p:cNvPr id="10" name="TextBox 9">
            <a:extLst>
              <a:ext uri="{FF2B5EF4-FFF2-40B4-BE49-F238E27FC236}">
                <a16:creationId xmlns:a16="http://schemas.microsoft.com/office/drawing/2014/main" id="{290DC417-E8B8-286D-9BB6-443663A01AFA}"/>
              </a:ext>
            </a:extLst>
          </p:cNvPr>
          <p:cNvSpPr txBox="1"/>
          <p:nvPr userDrawn="1"/>
        </p:nvSpPr>
        <p:spPr>
          <a:xfrm>
            <a:off x="352895" y="924827"/>
            <a:ext cx="4504759" cy="307777"/>
          </a:xfrm>
          <a:prstGeom prst="rect">
            <a:avLst/>
          </a:prstGeom>
          <a:noFill/>
        </p:spPr>
        <p:txBody>
          <a:bodyPr wrap="none" lIns="0" tIns="0" rIns="0" bIns="0" rtlCol="0">
            <a:noAutofit/>
          </a:bodyPr>
          <a:lstStyle/>
          <a:p>
            <a:r>
              <a:rPr lang="en-US" sz="1200" i="1" spc="150" baseline="0" dirty="0">
                <a:solidFill>
                  <a:schemeClr val="tx1"/>
                </a:solidFill>
                <a:latin typeface="+mj-lt"/>
              </a:rPr>
              <a:t>Exceptional service in the national interest</a:t>
            </a:r>
          </a:p>
        </p:txBody>
      </p:sp>
      <p:sp>
        <p:nvSpPr>
          <p:cNvPr id="11" name="TextBox 10">
            <a:extLst>
              <a:ext uri="{FF2B5EF4-FFF2-40B4-BE49-F238E27FC236}">
                <a16:creationId xmlns:a16="http://schemas.microsoft.com/office/drawing/2014/main" id="{8F329887-7359-65E1-87D8-25FB87ECBF43}"/>
              </a:ext>
            </a:extLst>
          </p:cNvPr>
          <p:cNvSpPr txBox="1"/>
          <p:nvPr userDrawn="1"/>
        </p:nvSpPr>
        <p:spPr>
          <a:xfrm>
            <a:off x="7647627" y="5970071"/>
            <a:ext cx="4051642" cy="391517"/>
          </a:xfrm>
          <a:prstGeom prst="rect">
            <a:avLst/>
          </a:prstGeom>
          <a:noFill/>
        </p:spPr>
        <p:txBody>
          <a:bodyPr wrap="square" lIns="0" tIns="0" rIns="0" bIns="0" rtlCol="0">
            <a:noAutofit/>
          </a:bodyPr>
          <a:lstStyle/>
          <a:p>
            <a:pPr algn="r">
              <a:lnSpc>
                <a:spcPct val="110000"/>
              </a:lnSpc>
            </a:pPr>
            <a:r>
              <a:rPr lang="en-US" sz="650" b="0" i="0" kern="1200" dirty="0">
                <a:solidFill>
                  <a:schemeClr val="tx1"/>
                </a:solidFill>
                <a:effectLst/>
                <a:latin typeface="Open Sans" panose="020B0606030504020204" pitchFamily="34" charset="0"/>
                <a:ea typeface="+mn-ea"/>
                <a:cs typeface="+mn-cs"/>
              </a:rPr>
              <a:t>Sandia National Laboratories is a </a:t>
            </a:r>
            <a:r>
              <a:rPr lang="en-US" sz="650" b="0" i="0" kern="1200" dirty="0" err="1">
                <a:solidFill>
                  <a:schemeClr val="tx1"/>
                </a:solidFill>
                <a:effectLst/>
                <a:latin typeface="Open Sans" panose="020B0606030504020204" pitchFamily="34" charset="0"/>
                <a:ea typeface="+mn-ea"/>
                <a:cs typeface="+mn-cs"/>
              </a:rPr>
              <a:t>multimission</a:t>
            </a:r>
            <a:r>
              <a:rPr lang="en-US" sz="650" b="0" i="0" kern="1200" dirty="0">
                <a:solidFill>
                  <a:schemeClr val="tx1"/>
                </a:solidFill>
                <a:effectLst/>
                <a:latin typeface="Open Sans" panose="020B0606030504020204" pitchFamily="34" charset="0"/>
                <a:ea typeface="+mn-ea"/>
                <a:cs typeface="+mn-cs"/>
              </a:rPr>
              <a:t> laboratory managed and operated by National Technology and Engineering Solutions of Sandia LLC, a wholly owned subsidiary of Honeywell International Inc. for the U.S. Department of Energy’s National Nuclear Security Administration under contract DE-NA0003525.</a:t>
            </a:r>
            <a:endParaRPr lang="en-US" sz="650" b="0" i="0" dirty="0">
              <a:solidFill>
                <a:schemeClr val="tx1"/>
              </a:solidFill>
              <a:latin typeface="Open Sans" panose="020B0606030504020204" pitchFamily="34" charset="0"/>
            </a:endParaRPr>
          </a:p>
        </p:txBody>
      </p:sp>
      <p:pic>
        <p:nvPicPr>
          <p:cNvPr id="12" name="Picture 11">
            <a:extLst>
              <a:ext uri="{FF2B5EF4-FFF2-40B4-BE49-F238E27FC236}">
                <a16:creationId xmlns:a16="http://schemas.microsoft.com/office/drawing/2014/main" id="{4C815296-DB72-5CF9-C074-E3EFBFC131B2}"/>
              </a:ext>
            </a:extLst>
          </p:cNvPr>
          <p:cNvPicPr>
            <a:picLocks noChangeAspect="1"/>
          </p:cNvPicPr>
          <p:nvPr userDrawn="1"/>
        </p:nvPicPr>
        <p:blipFill>
          <a:blip r:embed="rId4" cstate="print">
            <a:extLst>
              <a:ext uri="{28A0092B-C50C-407E-A947-70E740481C1C}">
                <a14:useLocalDpi xmlns:a14="http://schemas.microsoft.com/office/drawing/2010/main"/>
              </a:ext>
            </a:extLst>
          </a:blip>
          <a:srcRect/>
          <a:stretch/>
        </p:blipFill>
        <p:spPr>
          <a:xfrm>
            <a:off x="10007600" y="5681777"/>
            <a:ext cx="861218" cy="209688"/>
          </a:xfrm>
          <a:prstGeom prst="rect">
            <a:avLst/>
          </a:prstGeom>
        </p:spPr>
      </p:pic>
      <p:pic>
        <p:nvPicPr>
          <p:cNvPr id="13" name="Picture 12">
            <a:extLst>
              <a:ext uri="{FF2B5EF4-FFF2-40B4-BE49-F238E27FC236}">
                <a16:creationId xmlns:a16="http://schemas.microsoft.com/office/drawing/2014/main" id="{A11EB052-AC4E-78FB-DF03-92CD6D784729}"/>
              </a:ext>
            </a:extLst>
          </p:cNvPr>
          <p:cNvPicPr>
            <a:picLocks noChangeAspect="1"/>
          </p:cNvPicPr>
          <p:nvPr userDrawn="1"/>
        </p:nvPicPr>
        <p:blipFill>
          <a:blip r:embed="rId5" cstate="print">
            <a:extLst>
              <a:ext uri="{28A0092B-C50C-407E-A947-70E740481C1C}">
                <a14:useLocalDpi xmlns:a14="http://schemas.microsoft.com/office/drawing/2010/main"/>
              </a:ext>
            </a:extLst>
          </a:blip>
          <a:srcRect/>
          <a:stretch/>
        </p:blipFill>
        <p:spPr>
          <a:xfrm>
            <a:off x="11041002" y="5700166"/>
            <a:ext cx="658267" cy="191198"/>
          </a:xfrm>
          <a:prstGeom prst="rect">
            <a:avLst/>
          </a:prstGeom>
        </p:spPr>
      </p:pic>
      <p:sp>
        <p:nvSpPr>
          <p:cNvPr id="17" name="Picture Placeholder 16">
            <a:extLst>
              <a:ext uri="{FF2B5EF4-FFF2-40B4-BE49-F238E27FC236}">
                <a16:creationId xmlns:a16="http://schemas.microsoft.com/office/drawing/2014/main" id="{5D8068C1-323F-572A-96F9-3C07CF172E93}"/>
              </a:ext>
            </a:extLst>
          </p:cNvPr>
          <p:cNvSpPr>
            <a:spLocks noGrp="1"/>
          </p:cNvSpPr>
          <p:nvPr>
            <p:ph type="pic" sz="quarter" idx="32" hasCustomPrompt="1"/>
          </p:nvPr>
        </p:nvSpPr>
        <p:spPr>
          <a:xfrm>
            <a:off x="7677150" y="1"/>
            <a:ext cx="3467099" cy="1676400"/>
          </a:xfrm>
          <a:prstGeom prst="parallelogram">
            <a:avLst>
              <a:gd name="adj" fmla="val 73223"/>
            </a:avLst>
          </a:prstGeom>
          <a:noFill/>
          <a:ln>
            <a:noFill/>
          </a:ln>
        </p:spPr>
        <p:txBody>
          <a:bodyPr anchor="t">
            <a:normAutofit/>
          </a:bodyPr>
          <a:lstStyle>
            <a:lvl1pPr marL="0" indent="0" algn="ctr">
              <a:buNone/>
              <a:defRPr sz="1800"/>
            </a:lvl1pPr>
          </a:lstStyle>
          <a:p>
            <a:r>
              <a:rPr lang="en-US" dirty="0"/>
              <a:t>Add image</a:t>
            </a:r>
          </a:p>
        </p:txBody>
      </p:sp>
      <p:sp>
        <p:nvSpPr>
          <p:cNvPr id="19" name="Picture Placeholder 16">
            <a:extLst>
              <a:ext uri="{FF2B5EF4-FFF2-40B4-BE49-F238E27FC236}">
                <a16:creationId xmlns:a16="http://schemas.microsoft.com/office/drawing/2014/main" id="{6ECFC8AD-FDE1-C946-6F19-1D200A5C7EB5}"/>
              </a:ext>
            </a:extLst>
          </p:cNvPr>
          <p:cNvSpPr>
            <a:spLocks noGrp="1"/>
          </p:cNvSpPr>
          <p:nvPr>
            <p:ph type="pic" sz="quarter" idx="33" hasCustomPrompt="1"/>
          </p:nvPr>
        </p:nvSpPr>
        <p:spPr>
          <a:xfrm>
            <a:off x="6424422" y="1728217"/>
            <a:ext cx="3467099" cy="1676400"/>
          </a:xfrm>
          <a:prstGeom prst="parallelogram">
            <a:avLst>
              <a:gd name="adj" fmla="val 73223"/>
            </a:avLst>
          </a:prstGeom>
          <a:noFill/>
          <a:ln>
            <a:noFill/>
          </a:ln>
        </p:spPr>
        <p:txBody>
          <a:bodyPr>
            <a:normAutofit/>
          </a:bodyPr>
          <a:lstStyle>
            <a:lvl1pPr marL="0" indent="0" algn="ctr">
              <a:buNone/>
              <a:defRPr sz="1800"/>
            </a:lvl1pPr>
          </a:lstStyle>
          <a:p>
            <a:r>
              <a:rPr lang="en-US" dirty="0"/>
              <a:t>Add image</a:t>
            </a:r>
          </a:p>
        </p:txBody>
      </p:sp>
      <p:sp>
        <p:nvSpPr>
          <p:cNvPr id="20" name="Picture Placeholder 16">
            <a:extLst>
              <a:ext uri="{FF2B5EF4-FFF2-40B4-BE49-F238E27FC236}">
                <a16:creationId xmlns:a16="http://schemas.microsoft.com/office/drawing/2014/main" id="{086AE18A-883A-AF55-B395-94D7303F8A07}"/>
              </a:ext>
            </a:extLst>
          </p:cNvPr>
          <p:cNvSpPr>
            <a:spLocks noGrp="1"/>
          </p:cNvSpPr>
          <p:nvPr>
            <p:ph type="pic" sz="quarter" idx="34" hasCustomPrompt="1"/>
          </p:nvPr>
        </p:nvSpPr>
        <p:spPr>
          <a:xfrm>
            <a:off x="5144262" y="3456433"/>
            <a:ext cx="3467099" cy="1676400"/>
          </a:xfrm>
          <a:prstGeom prst="parallelogram">
            <a:avLst>
              <a:gd name="adj" fmla="val 73223"/>
            </a:avLst>
          </a:prstGeom>
          <a:noFill/>
          <a:ln>
            <a:noFill/>
          </a:ln>
        </p:spPr>
        <p:txBody>
          <a:bodyPr>
            <a:normAutofit/>
          </a:bodyPr>
          <a:lstStyle>
            <a:lvl1pPr marL="0" indent="0" algn="ctr">
              <a:buNone/>
              <a:defRPr sz="1800"/>
            </a:lvl1pPr>
          </a:lstStyle>
          <a:p>
            <a:r>
              <a:rPr lang="en-US" dirty="0"/>
              <a:t>Add image</a:t>
            </a:r>
          </a:p>
        </p:txBody>
      </p:sp>
      <p:sp>
        <p:nvSpPr>
          <p:cNvPr id="21" name="Picture Placeholder 16">
            <a:extLst>
              <a:ext uri="{FF2B5EF4-FFF2-40B4-BE49-F238E27FC236}">
                <a16:creationId xmlns:a16="http://schemas.microsoft.com/office/drawing/2014/main" id="{403128C2-8DFF-BDBA-C323-B9EE2FD9A542}"/>
              </a:ext>
            </a:extLst>
          </p:cNvPr>
          <p:cNvSpPr>
            <a:spLocks noGrp="1"/>
          </p:cNvSpPr>
          <p:nvPr>
            <p:ph type="pic" sz="quarter" idx="35" hasCustomPrompt="1"/>
          </p:nvPr>
        </p:nvSpPr>
        <p:spPr>
          <a:xfrm>
            <a:off x="3900678" y="5175505"/>
            <a:ext cx="3467099" cy="1676400"/>
          </a:xfrm>
          <a:prstGeom prst="parallelogram">
            <a:avLst>
              <a:gd name="adj" fmla="val 73223"/>
            </a:avLst>
          </a:prstGeom>
          <a:noFill/>
          <a:ln>
            <a:noFill/>
          </a:ln>
        </p:spPr>
        <p:txBody>
          <a:bodyPr>
            <a:normAutofit/>
          </a:bodyPr>
          <a:lstStyle>
            <a:lvl1pPr marL="0" indent="0" algn="ctr">
              <a:buNone/>
              <a:defRPr sz="1800"/>
            </a:lvl1pPr>
          </a:lstStyle>
          <a:p>
            <a:r>
              <a:rPr lang="en-US" dirty="0"/>
              <a:t>Add image</a:t>
            </a:r>
          </a:p>
        </p:txBody>
      </p:sp>
      <p:sp>
        <p:nvSpPr>
          <p:cNvPr id="14" name="Text Placeholder 5">
            <a:extLst>
              <a:ext uri="{FF2B5EF4-FFF2-40B4-BE49-F238E27FC236}">
                <a16:creationId xmlns:a16="http://schemas.microsoft.com/office/drawing/2014/main" id="{8C0D6C5F-2EE1-E366-3882-F2CA4D85B840}"/>
              </a:ext>
            </a:extLst>
          </p:cNvPr>
          <p:cNvSpPr>
            <a:spLocks noGrp="1"/>
          </p:cNvSpPr>
          <p:nvPr>
            <p:ph type="body" sz="quarter" idx="13" hasCustomPrompt="1"/>
          </p:nvPr>
        </p:nvSpPr>
        <p:spPr>
          <a:xfrm>
            <a:off x="352895" y="0"/>
            <a:ext cx="5753100" cy="228600"/>
          </a:xfrm>
        </p:spPr>
        <p:txBody>
          <a:bodyPr anchor="ctr">
            <a:noAutofit/>
          </a:bodyPr>
          <a:lstStyle>
            <a:lvl1pPr marL="0" indent="0" algn="l">
              <a:spcBef>
                <a:spcPts val="0"/>
              </a:spcBef>
              <a:buFont typeface="Arial" panose="020B0604020202020204" pitchFamily="34" charset="0"/>
              <a:buNone/>
              <a:defRPr sz="900" cap="all" spc="50" baseline="0">
                <a:solidFill>
                  <a:schemeClr val="tx1"/>
                </a:solidFill>
                <a:latin typeface="+mn-lt"/>
                <a:ea typeface="Open Sans SemiBold" panose="020B0706030804020204" pitchFamily="34" charset="0"/>
                <a:cs typeface="Open Sans SemiBold" panose="020B0706030804020204" pitchFamily="34" charset="0"/>
              </a:defRPr>
            </a:lvl1pPr>
            <a:lvl2pPr marL="201168" indent="0" algn="ctr">
              <a:buNone/>
              <a:defRPr sz="900" cap="all" spc="50" baseline="0">
                <a:latin typeface="Open Sans SemiBold" panose="020B0706030804020204" pitchFamily="34" charset="0"/>
                <a:ea typeface="Open Sans SemiBold" panose="020B0706030804020204" pitchFamily="34" charset="0"/>
                <a:cs typeface="Open Sans SemiBold" panose="020B0706030804020204" pitchFamily="34" charset="0"/>
              </a:defRPr>
            </a:lvl2pPr>
            <a:lvl3pPr marL="384048" indent="0" algn="ctr">
              <a:buNone/>
              <a:defRPr sz="900" cap="all" spc="50" baseline="0">
                <a:latin typeface="Open Sans SemiBold" panose="020B0706030804020204" pitchFamily="34" charset="0"/>
                <a:ea typeface="Open Sans SemiBold" panose="020B0706030804020204" pitchFamily="34" charset="0"/>
                <a:cs typeface="Open Sans SemiBold" panose="020B0706030804020204" pitchFamily="34" charset="0"/>
              </a:defRPr>
            </a:lvl3pPr>
            <a:lvl4pPr marL="566928" indent="0" algn="ctr">
              <a:buNone/>
              <a:defRPr sz="900" cap="all" spc="50" baseline="0">
                <a:latin typeface="Open Sans SemiBold" panose="020B0706030804020204" pitchFamily="34" charset="0"/>
                <a:ea typeface="Open Sans SemiBold" panose="020B0706030804020204" pitchFamily="34" charset="0"/>
                <a:cs typeface="Open Sans SemiBold" panose="020B0706030804020204" pitchFamily="34" charset="0"/>
              </a:defRPr>
            </a:lvl4pPr>
            <a:lvl5pPr marL="749808" indent="0" algn="ctr">
              <a:buNone/>
              <a:defRPr sz="900" cap="all" spc="50" baseline="0">
                <a:latin typeface="Open Sans SemiBold" panose="020B0706030804020204" pitchFamily="34" charset="0"/>
                <a:ea typeface="Open Sans SemiBold" panose="020B0706030804020204" pitchFamily="34" charset="0"/>
                <a:cs typeface="Open Sans SemiBold" panose="020B0706030804020204" pitchFamily="34" charset="0"/>
              </a:defRPr>
            </a:lvl5pPr>
          </a:lstStyle>
          <a:p>
            <a:r>
              <a:rPr lang="en-US" dirty="0"/>
              <a:t>CLICK TO EDIT CONTROL MARKING//CATEGORY</a:t>
            </a:r>
          </a:p>
        </p:txBody>
      </p:sp>
    </p:spTree>
    <p:extLst>
      <p:ext uri="{BB962C8B-B14F-4D97-AF65-F5344CB8AC3E}">
        <p14:creationId xmlns:p14="http://schemas.microsoft.com/office/powerpoint/2010/main" val="3200446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61692" y="2031023"/>
            <a:ext cx="3868616" cy="2795954"/>
          </a:xfrm>
        </p:spPr>
        <p:txBody>
          <a:bodyPr anchor="ctr">
            <a:normAutofit/>
          </a:bodyPr>
          <a:lstStyle>
            <a:lvl1pPr algn="ctr">
              <a:defRPr sz="4000">
                <a:solidFill>
                  <a:schemeClr val="tx1"/>
                </a:solidFill>
              </a:defRPr>
            </a:lvl1pPr>
          </a:lstStyle>
          <a:p>
            <a:r>
              <a:rPr lang="en-US" dirty="0"/>
              <a:t>Click to </a:t>
            </a:r>
            <a:br>
              <a:rPr lang="en-US" dirty="0"/>
            </a:br>
            <a:r>
              <a:rPr lang="en-US" dirty="0"/>
              <a:t>edit subtitle</a:t>
            </a:r>
          </a:p>
        </p:txBody>
      </p:sp>
      <p:sp>
        <p:nvSpPr>
          <p:cNvPr id="5" name="Slide Number Placeholder 5">
            <a:extLst>
              <a:ext uri="{FF2B5EF4-FFF2-40B4-BE49-F238E27FC236}">
                <a16:creationId xmlns:a16="http://schemas.microsoft.com/office/drawing/2014/main" id="{0C1BBB78-2337-77EE-6EC0-4C784C5E7159}"/>
              </a:ext>
            </a:extLst>
          </p:cNvPr>
          <p:cNvSpPr>
            <a:spLocks noGrp="1"/>
          </p:cNvSpPr>
          <p:nvPr>
            <p:ph type="sldNum" sz="quarter" idx="4"/>
          </p:nvPr>
        </p:nvSpPr>
        <p:spPr>
          <a:xfrm>
            <a:off x="11706126" y="6638826"/>
            <a:ext cx="485874" cy="219174"/>
          </a:xfrm>
          <a:prstGeom prst="rect">
            <a:avLst/>
          </a:prstGeom>
        </p:spPr>
        <p:txBody>
          <a:bodyPr vert="horz" lIns="91440" tIns="45720" rIns="91440" bIns="45720" rtlCol="0" anchor="ctr"/>
          <a:lstStyle>
            <a:lvl1pPr algn="ctr">
              <a:defRPr sz="1000" b="1" i="0">
                <a:solidFill>
                  <a:schemeClr val="bg2"/>
                </a:solidFill>
                <a:latin typeface="Exo 2 Semi Bold" pitchFamily="2" charset="77"/>
              </a:defRPr>
            </a:lvl1pPr>
          </a:lstStyle>
          <a:p>
            <a:fld id="{6FB6B91F-BB11-E946-B7F6-1372EDB8DEC1}" type="slidenum">
              <a:rPr lang="en-US" smtClean="0"/>
              <a:pPr/>
              <a:t>‹#›</a:t>
            </a:fld>
            <a:endParaRPr lang="en-US" dirty="0"/>
          </a:p>
        </p:txBody>
      </p:sp>
      <p:sp>
        <p:nvSpPr>
          <p:cNvPr id="3" name="Footer Placeholder 4">
            <a:extLst>
              <a:ext uri="{FF2B5EF4-FFF2-40B4-BE49-F238E27FC236}">
                <a16:creationId xmlns:a16="http://schemas.microsoft.com/office/drawing/2014/main" id="{5560EA2B-BE9C-1249-82D6-B7B0949FCFDE}"/>
              </a:ext>
            </a:extLst>
          </p:cNvPr>
          <p:cNvSpPr>
            <a:spLocks noGrp="1"/>
          </p:cNvSpPr>
          <p:nvPr>
            <p:ph type="ftr" sz="quarter" idx="3"/>
          </p:nvPr>
        </p:nvSpPr>
        <p:spPr>
          <a:xfrm>
            <a:off x="1600200" y="0"/>
            <a:ext cx="8991600" cy="219174"/>
          </a:xfrm>
          <a:prstGeom prst="rect">
            <a:avLst/>
          </a:prstGeom>
        </p:spPr>
        <p:txBody>
          <a:bodyPr vert="horz" lIns="0" tIns="0" rIns="0" bIns="0" rtlCol="0" anchor="ctr"/>
          <a:lstStyle>
            <a:lvl1pPr marL="0" marR="0" indent="0" algn="ctr" defTabSz="914400" rtl="0" eaLnBrk="1" fontAlgn="auto" latinLnBrk="0" hangingPunct="1">
              <a:lnSpc>
                <a:spcPct val="100000"/>
              </a:lnSpc>
              <a:spcBef>
                <a:spcPts val="0"/>
              </a:spcBef>
              <a:spcAft>
                <a:spcPts val="0"/>
              </a:spcAft>
              <a:buClrTx/>
              <a:buSzTx/>
              <a:buFontTx/>
              <a:buNone/>
              <a:tabLst/>
              <a:defRPr sz="900" b="0" i="0">
                <a:solidFill>
                  <a:schemeClr val="bg1"/>
                </a:solidFill>
                <a:latin typeface="+mn-lt"/>
                <a:ea typeface="Open Sans SemiBold" panose="020B0606030504020204" pitchFamily="34" charset="0"/>
                <a:cs typeface="Open Sans SemiBold" panose="020B0606030504020204" pitchFamily="34" charset="0"/>
              </a:defRPr>
            </a:lvl1pPr>
          </a:lstStyle>
          <a:p>
            <a:r>
              <a:rPr lang="en-US" dirty="0"/>
              <a:t>CLICK TO EDIT CONTROL MARKING//CATEGORY</a:t>
            </a:r>
          </a:p>
        </p:txBody>
      </p:sp>
    </p:spTree>
    <p:extLst>
      <p:ext uri="{BB962C8B-B14F-4D97-AF65-F5344CB8AC3E}">
        <p14:creationId xmlns:p14="http://schemas.microsoft.com/office/powerpoint/2010/main" val="3618106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176D2-8435-708B-9C12-A2DDE33F5A48}"/>
              </a:ext>
            </a:extLst>
          </p:cNvPr>
          <p:cNvSpPr>
            <a:spLocks noGrp="1"/>
          </p:cNvSpPr>
          <p:nvPr>
            <p:ph type="title"/>
          </p:nvPr>
        </p:nvSpPr>
        <p:spPr>
          <a:xfrm>
            <a:off x="352326" y="238026"/>
            <a:ext cx="10224545" cy="676374"/>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EC6E0C3-D357-9904-3F83-469364BF9F2C}"/>
              </a:ext>
            </a:extLst>
          </p:cNvPr>
          <p:cNvSpPr>
            <a:spLocks noGrp="1"/>
          </p:cNvSpPr>
          <p:nvPr>
            <p:ph type="dt" sz="half" idx="10"/>
          </p:nvPr>
        </p:nvSpPr>
        <p:spPr>
          <a:xfrm>
            <a:off x="352326" y="6638826"/>
            <a:ext cx="1047750" cy="219174"/>
          </a:xfrm>
        </p:spPr>
        <p:txBody>
          <a:bodyPr/>
          <a:lstStyle/>
          <a:p>
            <a:endParaRPr lang="en-US" dirty="0"/>
          </a:p>
        </p:txBody>
      </p:sp>
      <p:sp>
        <p:nvSpPr>
          <p:cNvPr id="4" name="Footer Placeholder 3">
            <a:extLst>
              <a:ext uri="{FF2B5EF4-FFF2-40B4-BE49-F238E27FC236}">
                <a16:creationId xmlns:a16="http://schemas.microsoft.com/office/drawing/2014/main" id="{646C3E44-24E0-E7EE-DC2C-D11B27C9ED31}"/>
              </a:ext>
            </a:extLst>
          </p:cNvPr>
          <p:cNvSpPr>
            <a:spLocks noGrp="1"/>
          </p:cNvSpPr>
          <p:nvPr>
            <p:ph type="ftr" sz="quarter" idx="11"/>
          </p:nvPr>
        </p:nvSpPr>
        <p:spPr>
          <a:xfrm>
            <a:off x="1600200" y="0"/>
            <a:ext cx="8991600" cy="219174"/>
          </a:xfrm>
        </p:spPr>
        <p:txBody>
          <a:bodyPr/>
          <a:lstStyle/>
          <a:p>
            <a:r>
              <a:rPr lang="en-US" dirty="0"/>
              <a:t>CLICK TO EDIT CONTROL MARKING//CATEGORY</a:t>
            </a:r>
          </a:p>
        </p:txBody>
      </p:sp>
      <p:sp>
        <p:nvSpPr>
          <p:cNvPr id="6" name="Content Placeholder 2">
            <a:extLst>
              <a:ext uri="{FF2B5EF4-FFF2-40B4-BE49-F238E27FC236}">
                <a16:creationId xmlns:a16="http://schemas.microsoft.com/office/drawing/2014/main" id="{07DD9EA8-5FFB-C9B1-1267-6671E46FBB5B}"/>
              </a:ext>
            </a:extLst>
          </p:cNvPr>
          <p:cNvSpPr>
            <a:spLocks noGrp="1"/>
          </p:cNvSpPr>
          <p:nvPr>
            <p:ph idx="1"/>
          </p:nvPr>
        </p:nvSpPr>
        <p:spPr>
          <a:xfrm>
            <a:off x="352326" y="1225691"/>
            <a:ext cx="11239500" cy="50498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5">
            <a:extLst>
              <a:ext uri="{FF2B5EF4-FFF2-40B4-BE49-F238E27FC236}">
                <a16:creationId xmlns:a16="http://schemas.microsoft.com/office/drawing/2014/main" id="{0FEDC9B2-DEFB-E449-1A1F-85E60AE319B5}"/>
              </a:ext>
            </a:extLst>
          </p:cNvPr>
          <p:cNvSpPr>
            <a:spLocks noGrp="1"/>
          </p:cNvSpPr>
          <p:nvPr>
            <p:ph type="sldNum" sz="quarter" idx="4"/>
          </p:nvPr>
        </p:nvSpPr>
        <p:spPr>
          <a:xfrm>
            <a:off x="11706126" y="6638826"/>
            <a:ext cx="485874" cy="219174"/>
          </a:xfrm>
          <a:prstGeom prst="rect">
            <a:avLst/>
          </a:prstGeom>
        </p:spPr>
        <p:txBody>
          <a:bodyPr vert="horz" lIns="91440" tIns="45720" rIns="91440" bIns="45720" rtlCol="0" anchor="ctr"/>
          <a:lstStyle>
            <a:lvl1pPr algn="ctr">
              <a:defRPr sz="1000" b="1" i="0">
                <a:solidFill>
                  <a:schemeClr val="bg2"/>
                </a:solidFill>
                <a:latin typeface="Exo 2 Semi Bold" pitchFamily="2" charset="77"/>
              </a:defRPr>
            </a:lvl1pPr>
          </a:lstStyle>
          <a:p>
            <a:fld id="{6FB6B91F-BB11-E946-B7F6-1372EDB8DEC1}" type="slidenum">
              <a:rPr lang="en-US" smtClean="0"/>
              <a:pPr/>
              <a:t>‹#›</a:t>
            </a:fld>
            <a:endParaRPr lang="en-US" dirty="0"/>
          </a:p>
        </p:txBody>
      </p:sp>
    </p:spTree>
    <p:extLst>
      <p:ext uri="{BB962C8B-B14F-4D97-AF65-F5344CB8AC3E}">
        <p14:creationId xmlns:p14="http://schemas.microsoft.com/office/powerpoint/2010/main" val="1097917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_Sub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C1A6A05-6A68-95A1-41EE-FDBA7FA90F3C}"/>
              </a:ext>
            </a:extLst>
          </p:cNvPr>
          <p:cNvSpPr/>
          <p:nvPr userDrawn="1"/>
        </p:nvSpPr>
        <p:spPr>
          <a:xfrm>
            <a:off x="0" y="914400"/>
            <a:ext cx="11696699" cy="766119"/>
          </a:xfrm>
          <a:prstGeom prst="rect">
            <a:avLst/>
          </a:prstGeom>
          <a:gradFill flip="none" rotWithShape="1">
            <a:gsLst>
              <a:gs pos="0">
                <a:schemeClr val="tx2">
                  <a:lumMod val="20000"/>
                  <a:lumOff val="80000"/>
                  <a:alpha val="0"/>
                </a:schemeClr>
              </a:gs>
              <a:gs pos="40000">
                <a:schemeClr val="tx2">
                  <a:lumMod val="20000"/>
                  <a:lumOff val="80000"/>
                  <a:alpha val="20000"/>
                </a:schemeClr>
              </a:gs>
              <a:gs pos="60000">
                <a:schemeClr val="accent1">
                  <a:alpha val="25000"/>
                </a:schemeClr>
              </a:gs>
              <a:gs pos="100000">
                <a:schemeClr val="accent1">
                  <a:alpha val="58414"/>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20000"/>
                  <a:lumOff val="80000"/>
                </a:schemeClr>
              </a:solidFill>
            </a:endParaRPr>
          </a:p>
        </p:txBody>
      </p:sp>
      <p:sp>
        <p:nvSpPr>
          <p:cNvPr id="3" name="Content Placeholder 2">
            <a:extLst>
              <a:ext uri="{FF2B5EF4-FFF2-40B4-BE49-F238E27FC236}">
                <a16:creationId xmlns:a16="http://schemas.microsoft.com/office/drawing/2014/main" id="{01F21708-074B-CB27-329D-6020CFC9800E}"/>
              </a:ext>
            </a:extLst>
          </p:cNvPr>
          <p:cNvSpPr>
            <a:spLocks noGrp="1"/>
          </p:cNvSpPr>
          <p:nvPr>
            <p:ph idx="1"/>
          </p:nvPr>
        </p:nvSpPr>
        <p:spPr>
          <a:xfrm>
            <a:off x="1037968" y="2042984"/>
            <a:ext cx="10544432" cy="4243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E16EF4D-A4D6-628F-7773-C9A53396E25A}"/>
              </a:ext>
            </a:extLst>
          </p:cNvPr>
          <p:cNvSpPr>
            <a:spLocks noGrp="1"/>
          </p:cNvSpPr>
          <p:nvPr>
            <p:ph type="sldNum" sz="quarter" idx="12"/>
          </p:nvPr>
        </p:nvSpPr>
        <p:spPr>
          <a:xfrm>
            <a:off x="11706126" y="6638826"/>
            <a:ext cx="485874" cy="219174"/>
          </a:xfrm>
          <a:prstGeom prst="rect">
            <a:avLst/>
          </a:prstGeom>
        </p:spPr>
        <p:txBody>
          <a:bodyPr/>
          <a:lstStyle/>
          <a:p>
            <a:fld id="{6FB6B91F-BB11-E946-B7F6-1372EDB8DEC1}" type="slidenum">
              <a:rPr lang="en-US" smtClean="0"/>
              <a:t>‹#›</a:t>
            </a:fld>
            <a:endParaRPr lang="en-US" dirty="0"/>
          </a:p>
        </p:txBody>
      </p:sp>
      <p:sp>
        <p:nvSpPr>
          <p:cNvPr id="5" name="Title Placeholder 1">
            <a:extLst>
              <a:ext uri="{FF2B5EF4-FFF2-40B4-BE49-F238E27FC236}">
                <a16:creationId xmlns:a16="http://schemas.microsoft.com/office/drawing/2014/main" id="{B9BA94E1-F833-74C4-C220-979B5551CE35}"/>
              </a:ext>
            </a:extLst>
          </p:cNvPr>
          <p:cNvSpPr>
            <a:spLocks noGrp="1"/>
          </p:cNvSpPr>
          <p:nvPr>
            <p:ph type="title"/>
          </p:nvPr>
        </p:nvSpPr>
        <p:spPr>
          <a:xfrm>
            <a:off x="352326" y="238026"/>
            <a:ext cx="10224545" cy="676374"/>
          </a:xfrm>
          <a:prstGeom prst="rect">
            <a:avLst/>
          </a:prstGeom>
        </p:spPr>
        <p:txBody>
          <a:bodyPr vert="horz" lIns="0" tIns="0" rIns="0" bIns="0" rtlCol="0" anchor="ctr">
            <a:noAutofit/>
          </a:bodyPr>
          <a:lstStyle/>
          <a:p>
            <a:r>
              <a:rPr lang="en-US"/>
              <a:t>Click to edit Master title style</a:t>
            </a:r>
            <a:endParaRPr lang="en-US" dirty="0"/>
          </a:p>
        </p:txBody>
      </p:sp>
      <p:sp>
        <p:nvSpPr>
          <p:cNvPr id="11" name="Date Placeholder 3">
            <a:extLst>
              <a:ext uri="{FF2B5EF4-FFF2-40B4-BE49-F238E27FC236}">
                <a16:creationId xmlns:a16="http://schemas.microsoft.com/office/drawing/2014/main" id="{3931A2ED-36FD-2A27-0280-2BAA4BE8F151}"/>
              </a:ext>
            </a:extLst>
          </p:cNvPr>
          <p:cNvSpPr>
            <a:spLocks noGrp="1"/>
          </p:cNvSpPr>
          <p:nvPr>
            <p:ph type="dt" sz="half" idx="2"/>
          </p:nvPr>
        </p:nvSpPr>
        <p:spPr>
          <a:xfrm>
            <a:off x="342900" y="6638826"/>
            <a:ext cx="1047750" cy="228600"/>
          </a:xfrm>
          <a:prstGeom prst="rect">
            <a:avLst/>
          </a:prstGeom>
        </p:spPr>
        <p:txBody>
          <a:bodyPr vert="horz" lIns="0" tIns="0" rIns="0" bIns="0" rtlCol="0" anchor="ctr"/>
          <a:lstStyle>
            <a:lvl1pPr algn="l">
              <a:defRPr sz="1000" b="1" i="0">
                <a:solidFill>
                  <a:schemeClr val="bg2"/>
                </a:solidFill>
                <a:latin typeface="Exo 2 Semi Bold" pitchFamily="2" charset="77"/>
                <a:ea typeface="Open Sans" panose="020B0606030504020204" pitchFamily="34" charset="0"/>
                <a:cs typeface="Open Sans" panose="020B0606030504020204" pitchFamily="34" charset="0"/>
              </a:defRPr>
            </a:lvl1pPr>
          </a:lstStyle>
          <a:p>
            <a:endParaRPr lang="en-US" dirty="0"/>
          </a:p>
        </p:txBody>
      </p:sp>
      <p:sp>
        <p:nvSpPr>
          <p:cNvPr id="2" name="Footer Placeholder 4">
            <a:extLst>
              <a:ext uri="{FF2B5EF4-FFF2-40B4-BE49-F238E27FC236}">
                <a16:creationId xmlns:a16="http://schemas.microsoft.com/office/drawing/2014/main" id="{57360BF7-31E7-2BD1-4BB4-C13DCDA30168}"/>
              </a:ext>
            </a:extLst>
          </p:cNvPr>
          <p:cNvSpPr>
            <a:spLocks noGrp="1"/>
          </p:cNvSpPr>
          <p:nvPr>
            <p:ph type="ftr" sz="quarter" idx="3"/>
          </p:nvPr>
        </p:nvSpPr>
        <p:spPr>
          <a:xfrm>
            <a:off x="1600200" y="0"/>
            <a:ext cx="8991600" cy="228600"/>
          </a:xfrm>
          <a:prstGeom prst="rect">
            <a:avLst/>
          </a:prstGeom>
        </p:spPr>
        <p:txBody>
          <a:bodyPr vert="horz" lIns="0" tIns="0" rIns="0" bIns="0" rtlCol="0" anchor="ctr"/>
          <a:lstStyle>
            <a:lvl1pPr algn="ctr">
              <a:defRPr sz="900" b="0" i="0">
                <a:solidFill>
                  <a:schemeClr val="bg1"/>
                </a:solidFill>
                <a:latin typeface="+mn-lt"/>
                <a:ea typeface="Open Sans SemiBold" panose="020B0606030504020204" pitchFamily="34" charset="0"/>
                <a:cs typeface="Open Sans SemiBold" panose="020B0606030504020204" pitchFamily="34" charset="0"/>
              </a:defRPr>
            </a:lvl1pPr>
          </a:lstStyle>
          <a:p>
            <a:r>
              <a:rPr lang="en-US" dirty="0"/>
              <a:t>CLICK TO EDIT CONTROL MARKING//CATEGORY</a:t>
            </a:r>
          </a:p>
        </p:txBody>
      </p:sp>
      <p:sp>
        <p:nvSpPr>
          <p:cNvPr id="8" name="Text Placeholder 7">
            <a:extLst>
              <a:ext uri="{FF2B5EF4-FFF2-40B4-BE49-F238E27FC236}">
                <a16:creationId xmlns:a16="http://schemas.microsoft.com/office/drawing/2014/main" id="{A64E1765-210E-6276-4BFF-2D655F43CC3C}"/>
              </a:ext>
            </a:extLst>
          </p:cNvPr>
          <p:cNvSpPr>
            <a:spLocks noGrp="1"/>
          </p:cNvSpPr>
          <p:nvPr>
            <p:ph type="body" sz="quarter" idx="13" hasCustomPrompt="1"/>
          </p:nvPr>
        </p:nvSpPr>
        <p:spPr>
          <a:xfrm>
            <a:off x="1037968" y="1054571"/>
            <a:ext cx="9529477" cy="485775"/>
          </a:xfrm>
        </p:spPr>
        <p:txBody>
          <a:bodyPr anchor="ct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subtitle</a:t>
            </a:r>
          </a:p>
        </p:txBody>
      </p:sp>
      <p:sp>
        <p:nvSpPr>
          <p:cNvPr id="10" name="Triangle 9">
            <a:extLst>
              <a:ext uri="{FF2B5EF4-FFF2-40B4-BE49-F238E27FC236}">
                <a16:creationId xmlns:a16="http://schemas.microsoft.com/office/drawing/2014/main" id="{E2DB5861-DC1F-274C-DB37-975429602C12}"/>
              </a:ext>
            </a:extLst>
          </p:cNvPr>
          <p:cNvSpPr/>
          <p:nvPr userDrawn="1"/>
        </p:nvSpPr>
        <p:spPr>
          <a:xfrm rot="5400000">
            <a:off x="516549" y="1150458"/>
            <a:ext cx="529826" cy="294000"/>
          </a:xfrm>
          <a:prstGeom prst="triangle">
            <a:avLst/>
          </a:prstGeom>
          <a:solidFill>
            <a:schemeClr val="tx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D9E6835A-8A89-91B3-CA12-BE90FD1FEF40}"/>
              </a:ext>
            </a:extLst>
          </p:cNvPr>
          <p:cNvSpPr/>
          <p:nvPr userDrawn="1"/>
        </p:nvSpPr>
        <p:spPr>
          <a:xfrm rot="5400000">
            <a:off x="204109" y="1150458"/>
            <a:ext cx="529826" cy="294000"/>
          </a:xfrm>
          <a:prstGeom prst="triangle">
            <a:avLst/>
          </a:prstGeom>
          <a:solidFill>
            <a:schemeClr val="tx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angle 12">
            <a:extLst>
              <a:ext uri="{FF2B5EF4-FFF2-40B4-BE49-F238E27FC236}">
                <a16:creationId xmlns:a16="http://schemas.microsoft.com/office/drawing/2014/main" id="{2FC92465-7D33-6807-71D6-C420B847E784}"/>
              </a:ext>
            </a:extLst>
          </p:cNvPr>
          <p:cNvSpPr/>
          <p:nvPr userDrawn="1"/>
        </p:nvSpPr>
        <p:spPr>
          <a:xfrm rot="5400000">
            <a:off x="-117913" y="1150458"/>
            <a:ext cx="529826" cy="294000"/>
          </a:xfrm>
          <a:prstGeom prst="triangl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1446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itle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673ED-6FC3-240E-FD79-5C9C1B356AAC}"/>
              </a:ext>
            </a:extLst>
          </p:cNvPr>
          <p:cNvSpPr>
            <a:spLocks noGrp="1"/>
          </p:cNvSpPr>
          <p:nvPr>
            <p:ph type="title"/>
          </p:nvPr>
        </p:nvSpPr>
        <p:spPr>
          <a:xfrm>
            <a:off x="353115" y="228600"/>
            <a:ext cx="10224545" cy="68580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72311F5-00A8-177A-AD8C-C74DC54BD29A}"/>
              </a:ext>
            </a:extLst>
          </p:cNvPr>
          <p:cNvSpPr>
            <a:spLocks noGrp="1"/>
          </p:cNvSpPr>
          <p:nvPr>
            <p:ph sz="half" idx="1"/>
          </p:nvPr>
        </p:nvSpPr>
        <p:spPr>
          <a:xfrm>
            <a:off x="353113" y="1228626"/>
            <a:ext cx="5582133" cy="506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05ABF7C-5569-F775-5910-F82732B6A132}"/>
              </a:ext>
            </a:extLst>
          </p:cNvPr>
          <p:cNvSpPr>
            <a:spLocks noGrp="1"/>
          </p:cNvSpPr>
          <p:nvPr>
            <p:ph sz="half" idx="2"/>
          </p:nvPr>
        </p:nvSpPr>
        <p:spPr>
          <a:xfrm>
            <a:off x="6247764" y="1228626"/>
            <a:ext cx="5434796" cy="506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26392EEC-0AE6-91A4-3002-A2E772C157DE}"/>
              </a:ext>
            </a:extLst>
          </p:cNvPr>
          <p:cNvSpPr>
            <a:spLocks noGrp="1"/>
          </p:cNvSpPr>
          <p:nvPr>
            <p:ph type="dt" sz="half" idx="10"/>
          </p:nvPr>
        </p:nvSpPr>
        <p:spPr>
          <a:xfrm>
            <a:off x="352326" y="6638826"/>
            <a:ext cx="1047750" cy="219174"/>
          </a:xfrm>
        </p:spPr>
        <p:txBody>
          <a:bodyPr/>
          <a:lstStyle/>
          <a:p>
            <a:endParaRPr lang="en-US" dirty="0"/>
          </a:p>
        </p:txBody>
      </p:sp>
      <p:sp>
        <p:nvSpPr>
          <p:cNvPr id="7" name="Slide Number Placeholder 6">
            <a:extLst>
              <a:ext uri="{FF2B5EF4-FFF2-40B4-BE49-F238E27FC236}">
                <a16:creationId xmlns:a16="http://schemas.microsoft.com/office/drawing/2014/main" id="{A466B168-7BCE-5553-8F95-2FA0CB174124}"/>
              </a:ext>
            </a:extLst>
          </p:cNvPr>
          <p:cNvSpPr>
            <a:spLocks noGrp="1"/>
          </p:cNvSpPr>
          <p:nvPr>
            <p:ph type="sldNum" sz="quarter" idx="12"/>
          </p:nvPr>
        </p:nvSpPr>
        <p:spPr>
          <a:xfrm>
            <a:off x="11706126" y="6638826"/>
            <a:ext cx="485874" cy="219174"/>
          </a:xfrm>
          <a:prstGeom prst="rect">
            <a:avLst/>
          </a:prstGeom>
        </p:spPr>
        <p:txBody>
          <a:bodyPr/>
          <a:lstStyle/>
          <a:p>
            <a:fld id="{6FB6B91F-BB11-E946-B7F6-1372EDB8DEC1}" type="slidenum">
              <a:rPr lang="en-US" smtClean="0"/>
              <a:t>‹#›</a:t>
            </a:fld>
            <a:endParaRPr lang="en-US"/>
          </a:p>
        </p:txBody>
      </p:sp>
      <p:sp>
        <p:nvSpPr>
          <p:cNvPr id="8" name="Footer Placeholder 4">
            <a:extLst>
              <a:ext uri="{FF2B5EF4-FFF2-40B4-BE49-F238E27FC236}">
                <a16:creationId xmlns:a16="http://schemas.microsoft.com/office/drawing/2014/main" id="{A0E8E0A0-EBA5-FCE8-DB05-AE9091399426}"/>
              </a:ext>
            </a:extLst>
          </p:cNvPr>
          <p:cNvSpPr>
            <a:spLocks noGrp="1"/>
          </p:cNvSpPr>
          <p:nvPr>
            <p:ph type="ftr" sz="quarter" idx="3"/>
          </p:nvPr>
        </p:nvSpPr>
        <p:spPr>
          <a:xfrm>
            <a:off x="1600200" y="0"/>
            <a:ext cx="8991600" cy="219174"/>
          </a:xfrm>
          <a:prstGeom prst="rect">
            <a:avLst/>
          </a:prstGeom>
        </p:spPr>
        <p:txBody>
          <a:bodyPr vert="horz" lIns="0" tIns="0" rIns="0" bIns="0" rtlCol="0" anchor="ctr"/>
          <a:lstStyle>
            <a:lvl1pPr algn="ctr">
              <a:defRPr sz="900" b="0" i="0">
                <a:solidFill>
                  <a:schemeClr val="bg1"/>
                </a:solidFill>
                <a:latin typeface="+mn-lt"/>
                <a:ea typeface="Open Sans SemiBold" panose="020B0606030504020204" pitchFamily="34" charset="0"/>
                <a:cs typeface="Open Sans SemiBold" panose="020B0606030504020204" pitchFamily="34" charset="0"/>
              </a:defRPr>
            </a:lvl1pPr>
          </a:lstStyle>
          <a:p>
            <a:r>
              <a:rPr lang="en-US" dirty="0"/>
              <a:t>CLICK TO EDIT CONTROL MARKING//CATEGORY</a:t>
            </a:r>
          </a:p>
        </p:txBody>
      </p:sp>
    </p:spTree>
    <p:extLst>
      <p:ext uri="{BB962C8B-B14F-4D97-AF65-F5344CB8AC3E}">
        <p14:creationId xmlns:p14="http://schemas.microsoft.com/office/powerpoint/2010/main" val="4072567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_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05598EE-734B-7927-A9F9-59E746C06745}"/>
              </a:ext>
            </a:extLst>
          </p:cNvPr>
          <p:cNvSpPr>
            <a:spLocks noGrp="1"/>
          </p:cNvSpPr>
          <p:nvPr>
            <p:ph type="body" idx="1"/>
          </p:nvPr>
        </p:nvSpPr>
        <p:spPr>
          <a:xfrm>
            <a:off x="356400" y="1062682"/>
            <a:ext cx="5502275" cy="749842"/>
          </a:xfrm>
        </p:spPr>
        <p:txBody>
          <a:bodyPr anchor="b">
            <a:noAutofit/>
          </a:bodyPr>
          <a:lstStyle>
            <a:lvl1pPr marL="0" indent="0">
              <a:buNone/>
              <a:defRPr sz="2400" b="1" i="0">
                <a:solidFill>
                  <a:schemeClr val="bg2"/>
                </a:solidFill>
                <a:latin typeface="Open Sans SemiBold" panose="020B0606030504020204" pitchFamily="34" charset="0"/>
                <a:ea typeface="Open Sans SemiBold" panose="020B0606030504020204" pitchFamily="34" charset="0"/>
                <a:cs typeface="Open Sans SemiBold" panose="020B06060305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CA79ED-631A-4038-CD24-1318D135B013}"/>
              </a:ext>
            </a:extLst>
          </p:cNvPr>
          <p:cNvSpPr>
            <a:spLocks noGrp="1"/>
          </p:cNvSpPr>
          <p:nvPr>
            <p:ph sz="half" idx="2"/>
          </p:nvPr>
        </p:nvSpPr>
        <p:spPr>
          <a:xfrm>
            <a:off x="351687" y="1995160"/>
            <a:ext cx="5502275" cy="42985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9B22261-E334-48E8-A5C2-10C4156C0D98}"/>
              </a:ext>
            </a:extLst>
          </p:cNvPr>
          <p:cNvSpPr>
            <a:spLocks noGrp="1"/>
          </p:cNvSpPr>
          <p:nvPr>
            <p:ph type="body" sz="quarter" idx="3"/>
          </p:nvPr>
        </p:nvSpPr>
        <p:spPr>
          <a:xfrm>
            <a:off x="6102750" y="1062682"/>
            <a:ext cx="5410200" cy="749842"/>
          </a:xfrm>
        </p:spPr>
        <p:txBody>
          <a:bodyPr anchor="b">
            <a:noAutofit/>
          </a:bodyPr>
          <a:lstStyle>
            <a:lvl1pPr marL="0" indent="0">
              <a:buNone/>
              <a:defRPr sz="2400" b="1" i="0">
                <a:solidFill>
                  <a:schemeClr val="bg2"/>
                </a:solidFill>
                <a:latin typeface="Open Sans SemiBold" panose="020B0606030504020204" pitchFamily="34" charset="0"/>
                <a:ea typeface="Open Sans SemiBold" panose="020B0606030504020204" pitchFamily="34" charset="0"/>
                <a:cs typeface="Open Sans SemiBold" panose="020B06060305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E52312-4529-7366-8A26-B3D48C92DCCC}"/>
              </a:ext>
            </a:extLst>
          </p:cNvPr>
          <p:cNvSpPr>
            <a:spLocks noGrp="1"/>
          </p:cNvSpPr>
          <p:nvPr>
            <p:ph sz="quarter" idx="4"/>
          </p:nvPr>
        </p:nvSpPr>
        <p:spPr>
          <a:xfrm>
            <a:off x="6102750" y="1995160"/>
            <a:ext cx="5410200" cy="42985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82D12A-DDF5-F9C7-183F-B0D4053783BA}"/>
              </a:ext>
            </a:extLst>
          </p:cNvPr>
          <p:cNvSpPr>
            <a:spLocks noGrp="1"/>
          </p:cNvSpPr>
          <p:nvPr>
            <p:ph type="dt" sz="half" idx="10"/>
          </p:nvPr>
        </p:nvSpPr>
        <p:spPr>
          <a:xfrm>
            <a:off x="352326" y="6638826"/>
            <a:ext cx="1047750" cy="219174"/>
          </a:xfrm>
        </p:spPr>
        <p:txBody>
          <a:bodyPr/>
          <a:lstStyle/>
          <a:p>
            <a:endParaRPr lang="en-US" dirty="0"/>
          </a:p>
        </p:txBody>
      </p:sp>
      <p:sp>
        <p:nvSpPr>
          <p:cNvPr id="9" name="Slide Number Placeholder 8">
            <a:extLst>
              <a:ext uri="{FF2B5EF4-FFF2-40B4-BE49-F238E27FC236}">
                <a16:creationId xmlns:a16="http://schemas.microsoft.com/office/drawing/2014/main" id="{531B7175-61AA-514B-24D4-5450A47E2C66}"/>
              </a:ext>
            </a:extLst>
          </p:cNvPr>
          <p:cNvSpPr>
            <a:spLocks noGrp="1"/>
          </p:cNvSpPr>
          <p:nvPr>
            <p:ph type="sldNum" sz="quarter" idx="12"/>
          </p:nvPr>
        </p:nvSpPr>
        <p:spPr>
          <a:xfrm>
            <a:off x="11706126" y="6638826"/>
            <a:ext cx="485874" cy="219174"/>
          </a:xfrm>
          <a:prstGeom prst="rect">
            <a:avLst/>
          </a:prstGeom>
        </p:spPr>
        <p:txBody>
          <a:bodyPr/>
          <a:lstStyle/>
          <a:p>
            <a:fld id="{6FB6B91F-BB11-E946-B7F6-1372EDB8DEC1}" type="slidenum">
              <a:rPr lang="en-US" smtClean="0"/>
              <a:t>‹#›</a:t>
            </a:fld>
            <a:endParaRPr lang="en-US"/>
          </a:p>
        </p:txBody>
      </p:sp>
      <p:sp>
        <p:nvSpPr>
          <p:cNvPr id="8" name="Title Placeholder 1">
            <a:extLst>
              <a:ext uri="{FF2B5EF4-FFF2-40B4-BE49-F238E27FC236}">
                <a16:creationId xmlns:a16="http://schemas.microsoft.com/office/drawing/2014/main" id="{78A3E416-B7DC-9289-0F71-02C0E72CE741}"/>
              </a:ext>
            </a:extLst>
          </p:cNvPr>
          <p:cNvSpPr>
            <a:spLocks noGrp="1"/>
          </p:cNvSpPr>
          <p:nvPr>
            <p:ph type="title"/>
          </p:nvPr>
        </p:nvSpPr>
        <p:spPr>
          <a:xfrm>
            <a:off x="353115" y="228600"/>
            <a:ext cx="10224545" cy="685800"/>
          </a:xfrm>
          <a:prstGeom prst="rect">
            <a:avLst/>
          </a:prstGeom>
        </p:spPr>
        <p:txBody>
          <a:bodyPr vert="horz" lIns="0" tIns="0" rIns="0" bIns="0" rtlCol="0" anchor="ctr">
            <a:noAutofit/>
          </a:bodyPr>
          <a:lstStyle/>
          <a:p>
            <a:r>
              <a:rPr lang="en-US"/>
              <a:t>Click to edit Master title style</a:t>
            </a:r>
            <a:endParaRPr lang="en-US" dirty="0"/>
          </a:p>
        </p:txBody>
      </p:sp>
      <p:sp>
        <p:nvSpPr>
          <p:cNvPr id="2" name="Footer Placeholder 4">
            <a:extLst>
              <a:ext uri="{FF2B5EF4-FFF2-40B4-BE49-F238E27FC236}">
                <a16:creationId xmlns:a16="http://schemas.microsoft.com/office/drawing/2014/main" id="{77E5878A-1552-B223-F43B-5038DE4B26D8}"/>
              </a:ext>
            </a:extLst>
          </p:cNvPr>
          <p:cNvSpPr>
            <a:spLocks noGrp="1"/>
          </p:cNvSpPr>
          <p:nvPr>
            <p:ph type="ftr" sz="quarter" idx="13"/>
          </p:nvPr>
        </p:nvSpPr>
        <p:spPr>
          <a:xfrm>
            <a:off x="1600200" y="0"/>
            <a:ext cx="8991600" cy="219174"/>
          </a:xfrm>
          <a:prstGeom prst="rect">
            <a:avLst/>
          </a:prstGeom>
        </p:spPr>
        <p:txBody>
          <a:bodyPr vert="horz" lIns="0" tIns="0" rIns="0" bIns="0" rtlCol="0" anchor="ctr"/>
          <a:lstStyle>
            <a:lvl1pPr algn="ctr">
              <a:defRPr sz="900" b="0" i="0">
                <a:solidFill>
                  <a:schemeClr val="bg1"/>
                </a:solidFill>
                <a:latin typeface="+mn-lt"/>
                <a:ea typeface="Open Sans SemiBold" panose="020B0606030504020204" pitchFamily="34" charset="0"/>
                <a:cs typeface="Open Sans SemiBold" panose="020B0606030504020204" pitchFamily="34" charset="0"/>
              </a:defRPr>
            </a:lvl1pPr>
          </a:lstStyle>
          <a:p>
            <a:r>
              <a:rPr lang="en-US" dirty="0"/>
              <a:t>CLICK TO EDIT CONTROL MARKING//CATEGORY</a:t>
            </a:r>
          </a:p>
        </p:txBody>
      </p:sp>
    </p:spTree>
    <p:extLst>
      <p:ext uri="{BB962C8B-B14F-4D97-AF65-F5344CB8AC3E}">
        <p14:creationId xmlns:p14="http://schemas.microsoft.com/office/powerpoint/2010/main" val="61166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28DD55A-0C34-DF81-43F5-9E311C53B0FA}"/>
              </a:ext>
            </a:extLst>
          </p:cNvPr>
          <p:cNvSpPr>
            <a:spLocks noGrp="1"/>
          </p:cNvSpPr>
          <p:nvPr>
            <p:ph type="sldNum" sz="quarter" idx="12"/>
          </p:nvPr>
        </p:nvSpPr>
        <p:spPr>
          <a:xfrm>
            <a:off x="11706126" y="6638826"/>
            <a:ext cx="485874" cy="219174"/>
          </a:xfrm>
          <a:prstGeom prst="rect">
            <a:avLst/>
          </a:prstGeom>
        </p:spPr>
        <p:txBody>
          <a:bodyPr/>
          <a:lstStyle/>
          <a:p>
            <a:fld id="{6FB6B91F-BB11-E946-B7F6-1372EDB8DEC1}" type="slidenum">
              <a:rPr lang="en-US" smtClean="0"/>
              <a:t>‹#›</a:t>
            </a:fld>
            <a:endParaRPr lang="en-US"/>
          </a:p>
        </p:txBody>
      </p:sp>
      <p:sp>
        <p:nvSpPr>
          <p:cNvPr id="4" name="Title Placeholder 1">
            <a:extLst>
              <a:ext uri="{FF2B5EF4-FFF2-40B4-BE49-F238E27FC236}">
                <a16:creationId xmlns:a16="http://schemas.microsoft.com/office/drawing/2014/main" id="{DA478EFB-CB01-5D7C-25EB-8FE3C542E237}"/>
              </a:ext>
            </a:extLst>
          </p:cNvPr>
          <p:cNvSpPr>
            <a:spLocks noGrp="1"/>
          </p:cNvSpPr>
          <p:nvPr>
            <p:ph type="title"/>
          </p:nvPr>
        </p:nvSpPr>
        <p:spPr>
          <a:xfrm>
            <a:off x="353115" y="228600"/>
            <a:ext cx="10224545" cy="685800"/>
          </a:xfrm>
          <a:prstGeom prst="rect">
            <a:avLst/>
          </a:prstGeom>
        </p:spPr>
        <p:txBody>
          <a:bodyPr vert="horz" lIns="0" tIns="0" rIns="0" bIns="0" rtlCol="0" anchor="ctr">
            <a:noAutofit/>
          </a:bodyPr>
          <a:lstStyle/>
          <a:p>
            <a:r>
              <a:rPr lang="en-US"/>
              <a:t>Click to edit Master title style</a:t>
            </a:r>
            <a:endParaRPr lang="en-US" dirty="0"/>
          </a:p>
        </p:txBody>
      </p:sp>
      <p:sp>
        <p:nvSpPr>
          <p:cNvPr id="6" name="Date Placeholder 6">
            <a:extLst>
              <a:ext uri="{FF2B5EF4-FFF2-40B4-BE49-F238E27FC236}">
                <a16:creationId xmlns:a16="http://schemas.microsoft.com/office/drawing/2014/main" id="{B2AFD62A-76F2-FED8-00D7-9815E827E263}"/>
              </a:ext>
            </a:extLst>
          </p:cNvPr>
          <p:cNvSpPr>
            <a:spLocks noGrp="1"/>
          </p:cNvSpPr>
          <p:nvPr>
            <p:ph type="dt" sz="half" idx="10"/>
          </p:nvPr>
        </p:nvSpPr>
        <p:spPr>
          <a:xfrm>
            <a:off x="352326" y="6638826"/>
            <a:ext cx="1047750" cy="219174"/>
          </a:xfrm>
        </p:spPr>
        <p:txBody>
          <a:bodyPr/>
          <a:lstStyle/>
          <a:p>
            <a:endParaRPr lang="en-US" dirty="0"/>
          </a:p>
        </p:txBody>
      </p:sp>
      <p:sp>
        <p:nvSpPr>
          <p:cNvPr id="7" name="Footer Placeholder 4">
            <a:extLst>
              <a:ext uri="{FF2B5EF4-FFF2-40B4-BE49-F238E27FC236}">
                <a16:creationId xmlns:a16="http://schemas.microsoft.com/office/drawing/2014/main" id="{97D803D6-673A-5DDE-DFD1-A8CEB560F86A}"/>
              </a:ext>
            </a:extLst>
          </p:cNvPr>
          <p:cNvSpPr>
            <a:spLocks noGrp="1"/>
          </p:cNvSpPr>
          <p:nvPr>
            <p:ph type="ftr" sz="quarter" idx="13"/>
          </p:nvPr>
        </p:nvSpPr>
        <p:spPr>
          <a:xfrm>
            <a:off x="1600200" y="0"/>
            <a:ext cx="8991600" cy="219174"/>
          </a:xfrm>
          <a:prstGeom prst="rect">
            <a:avLst/>
          </a:prstGeom>
        </p:spPr>
        <p:txBody>
          <a:bodyPr vert="horz" lIns="0" tIns="0" rIns="0" bIns="0" rtlCol="0" anchor="ctr"/>
          <a:lstStyle>
            <a:lvl1pPr algn="ctr">
              <a:defRPr sz="900" b="0" i="0">
                <a:solidFill>
                  <a:schemeClr val="bg1"/>
                </a:solidFill>
                <a:latin typeface="+mn-lt"/>
                <a:ea typeface="Open Sans SemiBold" panose="020B0606030504020204" pitchFamily="34" charset="0"/>
                <a:cs typeface="Open Sans SemiBold" panose="020B0606030504020204" pitchFamily="34" charset="0"/>
              </a:defRPr>
            </a:lvl1pPr>
          </a:lstStyle>
          <a:p>
            <a:r>
              <a:rPr lang="en-US" dirty="0"/>
              <a:t>CLICK TO EDIT CONTROL MARKING//CATEGORY</a:t>
            </a:r>
          </a:p>
        </p:txBody>
      </p:sp>
    </p:spTree>
    <p:extLst>
      <p:ext uri="{BB962C8B-B14F-4D97-AF65-F5344CB8AC3E}">
        <p14:creationId xmlns:p14="http://schemas.microsoft.com/office/powerpoint/2010/main" val="4078790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28DD55A-0C34-DF81-43F5-9E311C53B0FA}"/>
              </a:ext>
            </a:extLst>
          </p:cNvPr>
          <p:cNvSpPr>
            <a:spLocks noGrp="1"/>
          </p:cNvSpPr>
          <p:nvPr>
            <p:ph type="sldNum" sz="quarter" idx="12"/>
          </p:nvPr>
        </p:nvSpPr>
        <p:spPr>
          <a:xfrm>
            <a:off x="11706126" y="6638826"/>
            <a:ext cx="485874" cy="219174"/>
          </a:xfrm>
          <a:prstGeom prst="rect">
            <a:avLst/>
          </a:prstGeom>
        </p:spPr>
        <p:txBody>
          <a:bodyPr/>
          <a:lstStyle/>
          <a:p>
            <a:fld id="{6FB6B91F-BB11-E946-B7F6-1372EDB8DEC1}" type="slidenum">
              <a:rPr lang="en-US" smtClean="0"/>
              <a:t>‹#›</a:t>
            </a:fld>
            <a:endParaRPr lang="en-US"/>
          </a:p>
        </p:txBody>
      </p:sp>
      <p:sp>
        <p:nvSpPr>
          <p:cNvPr id="4" name="Date Placeholder 6">
            <a:extLst>
              <a:ext uri="{FF2B5EF4-FFF2-40B4-BE49-F238E27FC236}">
                <a16:creationId xmlns:a16="http://schemas.microsoft.com/office/drawing/2014/main" id="{DC167D27-96EB-70A9-C8AE-F79AD23D02F4}"/>
              </a:ext>
            </a:extLst>
          </p:cNvPr>
          <p:cNvSpPr>
            <a:spLocks noGrp="1"/>
          </p:cNvSpPr>
          <p:nvPr>
            <p:ph type="dt" sz="half" idx="10"/>
          </p:nvPr>
        </p:nvSpPr>
        <p:spPr>
          <a:xfrm>
            <a:off x="352326" y="6638826"/>
            <a:ext cx="1047750" cy="219174"/>
          </a:xfrm>
        </p:spPr>
        <p:txBody>
          <a:bodyPr/>
          <a:lstStyle/>
          <a:p>
            <a:endParaRPr lang="en-US" dirty="0"/>
          </a:p>
        </p:txBody>
      </p:sp>
      <p:sp>
        <p:nvSpPr>
          <p:cNvPr id="6" name="Footer Placeholder 4">
            <a:extLst>
              <a:ext uri="{FF2B5EF4-FFF2-40B4-BE49-F238E27FC236}">
                <a16:creationId xmlns:a16="http://schemas.microsoft.com/office/drawing/2014/main" id="{F8A00B1E-82F2-53D3-6036-9B46FBE71C09}"/>
              </a:ext>
            </a:extLst>
          </p:cNvPr>
          <p:cNvSpPr>
            <a:spLocks noGrp="1"/>
          </p:cNvSpPr>
          <p:nvPr>
            <p:ph type="ftr" sz="quarter" idx="13"/>
          </p:nvPr>
        </p:nvSpPr>
        <p:spPr>
          <a:xfrm>
            <a:off x="1600200" y="0"/>
            <a:ext cx="8991600" cy="219174"/>
          </a:xfrm>
          <a:prstGeom prst="rect">
            <a:avLst/>
          </a:prstGeom>
        </p:spPr>
        <p:txBody>
          <a:bodyPr vert="horz" lIns="0" tIns="0" rIns="0" bIns="0" rtlCol="0" anchor="ctr"/>
          <a:lstStyle>
            <a:lvl1pPr algn="ctr">
              <a:defRPr sz="900" b="0" i="0">
                <a:solidFill>
                  <a:schemeClr val="bg1"/>
                </a:solidFill>
                <a:latin typeface="+mn-lt"/>
                <a:ea typeface="Open Sans SemiBold" panose="020B0606030504020204" pitchFamily="34" charset="0"/>
                <a:cs typeface="Open Sans SemiBold" panose="020B0606030504020204" pitchFamily="34" charset="0"/>
              </a:defRPr>
            </a:lvl1pPr>
          </a:lstStyle>
          <a:p>
            <a:r>
              <a:rPr lang="en-US" dirty="0"/>
              <a:t>CLICK TO EDIT CONTROL MARKING//CATEGORY</a:t>
            </a:r>
          </a:p>
        </p:txBody>
      </p:sp>
    </p:spTree>
    <p:extLst>
      <p:ext uri="{BB962C8B-B14F-4D97-AF65-F5344CB8AC3E}">
        <p14:creationId xmlns:p14="http://schemas.microsoft.com/office/powerpoint/2010/main" val="3657551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52895" y="1804415"/>
            <a:ext cx="6477000" cy="926593"/>
          </a:xfrm>
        </p:spPr>
        <p:txBody>
          <a:bodyPr lIns="0" tIns="0" rIns="0" bIns="0" anchor="b">
            <a:normAutofit/>
          </a:bodyPr>
          <a:lstStyle>
            <a:lvl1pPr algn="l">
              <a:defRPr sz="3600">
                <a:solidFill>
                  <a:schemeClr val="accent1"/>
                </a:solidFill>
                <a:latin typeface="+mj-lt"/>
              </a:defRPr>
            </a:lvl1pPr>
          </a:lstStyle>
          <a:p>
            <a:r>
              <a:rPr lang="en-US" dirty="0"/>
              <a:t>Click to add title</a:t>
            </a:r>
          </a:p>
        </p:txBody>
      </p:sp>
      <p:sp>
        <p:nvSpPr>
          <p:cNvPr id="3" name="Subtitle 2"/>
          <p:cNvSpPr>
            <a:spLocks noGrp="1"/>
          </p:cNvSpPr>
          <p:nvPr>
            <p:ph type="subTitle" idx="1" hasCustomPrompt="1"/>
          </p:nvPr>
        </p:nvSpPr>
        <p:spPr>
          <a:xfrm>
            <a:off x="352895" y="3718560"/>
            <a:ext cx="5268686" cy="552733"/>
          </a:xfrm>
          <a:prstGeom prst="rect">
            <a:avLst/>
          </a:prstGeom>
        </p:spPr>
        <p:txBody>
          <a:bodyPr lIns="0" tIns="0" rIns="0" bIns="0" anchor="b">
            <a:noAutofit/>
          </a:bodyPr>
          <a:lstStyle>
            <a:lvl1pPr marL="0" indent="0" algn="l">
              <a:buNone/>
              <a:defRPr sz="2000" b="0" spc="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 or author names</a:t>
            </a:r>
          </a:p>
        </p:txBody>
      </p:sp>
      <p:sp>
        <p:nvSpPr>
          <p:cNvPr id="27" name="Text Placeholder 26">
            <a:extLst>
              <a:ext uri="{FF2B5EF4-FFF2-40B4-BE49-F238E27FC236}">
                <a16:creationId xmlns:a16="http://schemas.microsoft.com/office/drawing/2014/main" id="{62ED528D-5375-6147-9677-05F4F59A3A33}"/>
              </a:ext>
            </a:extLst>
          </p:cNvPr>
          <p:cNvSpPr>
            <a:spLocks noGrp="1"/>
          </p:cNvSpPr>
          <p:nvPr>
            <p:ph type="body" sz="quarter" idx="10" hasCustomPrompt="1"/>
          </p:nvPr>
        </p:nvSpPr>
        <p:spPr>
          <a:xfrm>
            <a:off x="352895" y="2790226"/>
            <a:ext cx="6014120" cy="548968"/>
          </a:xfrm>
          <a:prstGeom prst="rect">
            <a:avLst/>
          </a:prstGeom>
        </p:spPr>
        <p:txBody>
          <a:bodyPr lIns="0" tIns="0" rIns="0" bIns="0">
            <a:normAutofit/>
          </a:bodyPr>
          <a:lstStyle>
            <a:lvl1pPr marL="0" indent="0">
              <a:buNone/>
              <a:defRPr sz="2400" b="0" i="1">
                <a:solidFill>
                  <a:schemeClr val="tx1"/>
                </a:solidFill>
                <a:latin typeface="+mj-lt"/>
              </a:defRPr>
            </a:lvl1pPr>
          </a:lstStyle>
          <a:p>
            <a:pPr lvl="0"/>
            <a:r>
              <a:rPr lang="en-US" dirty="0"/>
              <a:t>Click to add subtitle</a:t>
            </a:r>
          </a:p>
        </p:txBody>
      </p:sp>
      <p:pic>
        <p:nvPicPr>
          <p:cNvPr id="15" name="Picture 14">
            <a:extLst>
              <a:ext uri="{FF2B5EF4-FFF2-40B4-BE49-F238E27FC236}">
                <a16:creationId xmlns:a16="http://schemas.microsoft.com/office/drawing/2014/main" id="{4503A6FD-C173-A64C-B254-829092777B42}"/>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t="-4288" r="-3731"/>
          <a:stretch/>
        </p:blipFill>
        <p:spPr>
          <a:xfrm>
            <a:off x="345400" y="279742"/>
            <a:ext cx="1329210" cy="514736"/>
          </a:xfrm>
          <a:prstGeom prst="rect">
            <a:avLst/>
          </a:prstGeom>
        </p:spPr>
      </p:pic>
      <p:sp>
        <p:nvSpPr>
          <p:cNvPr id="16" name="TextBox 15">
            <a:extLst>
              <a:ext uri="{FF2B5EF4-FFF2-40B4-BE49-F238E27FC236}">
                <a16:creationId xmlns:a16="http://schemas.microsoft.com/office/drawing/2014/main" id="{AC12122B-590E-9045-872C-38970E3FF20E}"/>
              </a:ext>
            </a:extLst>
          </p:cNvPr>
          <p:cNvSpPr txBox="1"/>
          <p:nvPr/>
        </p:nvSpPr>
        <p:spPr>
          <a:xfrm>
            <a:off x="352895" y="924827"/>
            <a:ext cx="4504759" cy="307777"/>
          </a:xfrm>
          <a:prstGeom prst="rect">
            <a:avLst/>
          </a:prstGeom>
          <a:noFill/>
        </p:spPr>
        <p:txBody>
          <a:bodyPr wrap="none" lIns="0" tIns="0" rIns="0" bIns="0" rtlCol="0">
            <a:noAutofit/>
          </a:bodyPr>
          <a:lstStyle/>
          <a:p>
            <a:r>
              <a:rPr lang="en-US" sz="1200" i="1" spc="150" baseline="0" dirty="0">
                <a:solidFill>
                  <a:schemeClr val="tx1"/>
                </a:solidFill>
                <a:latin typeface="+mj-lt"/>
              </a:rPr>
              <a:t>Exceptional service in the national interest</a:t>
            </a:r>
          </a:p>
        </p:txBody>
      </p:sp>
      <p:sp>
        <p:nvSpPr>
          <p:cNvPr id="5" name="Content Placeholder 12">
            <a:extLst>
              <a:ext uri="{FF2B5EF4-FFF2-40B4-BE49-F238E27FC236}">
                <a16:creationId xmlns:a16="http://schemas.microsoft.com/office/drawing/2014/main" id="{9E46B321-F521-14A6-E951-95E996DCCC49}"/>
              </a:ext>
            </a:extLst>
          </p:cNvPr>
          <p:cNvSpPr>
            <a:spLocks noGrp="1"/>
          </p:cNvSpPr>
          <p:nvPr>
            <p:ph sz="quarter" idx="29" hasCustomPrompt="1"/>
          </p:nvPr>
        </p:nvSpPr>
        <p:spPr>
          <a:xfrm>
            <a:off x="8878824" y="6540370"/>
            <a:ext cx="2820445" cy="174373"/>
          </a:xfrm>
        </p:spPr>
        <p:txBody>
          <a:bodyPr lIns="0" rIns="0">
            <a:noAutofit/>
          </a:bodyPr>
          <a:lstStyle>
            <a:lvl1pPr marL="0" indent="0" algn="r">
              <a:buFontTx/>
              <a:buNone/>
              <a:defRPr lang="en-US" sz="800" b="1" i="0" kern="1200" spc="300" baseline="0" dirty="0" smtClean="0">
                <a:solidFill>
                  <a:schemeClr val="bg1"/>
                </a:solidFill>
                <a:latin typeface="+mn-lt"/>
                <a:ea typeface="Open Sans SemiBold" panose="020B0606030504020204" pitchFamily="34" charset="0"/>
                <a:cs typeface="Open Sans SemiBold" panose="020B0606030504020204" pitchFamily="34" charset="0"/>
              </a:defRPr>
            </a:lvl1pPr>
          </a:lstStyle>
          <a:p>
            <a:pPr lvl="0"/>
            <a:r>
              <a:rPr lang="en-US" dirty="0"/>
              <a:t>CLICK TO ADD SAND XXXX-XXXX P</a:t>
            </a:r>
          </a:p>
        </p:txBody>
      </p:sp>
      <p:sp>
        <p:nvSpPr>
          <p:cNvPr id="6" name="TextBox 5">
            <a:extLst>
              <a:ext uri="{FF2B5EF4-FFF2-40B4-BE49-F238E27FC236}">
                <a16:creationId xmlns:a16="http://schemas.microsoft.com/office/drawing/2014/main" id="{604D3931-9672-6FB0-B5BB-E89583E1B803}"/>
              </a:ext>
            </a:extLst>
          </p:cNvPr>
          <p:cNvSpPr txBox="1"/>
          <p:nvPr/>
        </p:nvSpPr>
        <p:spPr>
          <a:xfrm>
            <a:off x="7647627" y="5970071"/>
            <a:ext cx="4051642" cy="391517"/>
          </a:xfrm>
          <a:prstGeom prst="rect">
            <a:avLst/>
          </a:prstGeom>
          <a:noFill/>
        </p:spPr>
        <p:txBody>
          <a:bodyPr wrap="square" lIns="0" tIns="0" rIns="0" bIns="0" rtlCol="0">
            <a:noAutofit/>
          </a:bodyPr>
          <a:lstStyle/>
          <a:p>
            <a:pPr algn="r">
              <a:lnSpc>
                <a:spcPct val="110000"/>
              </a:lnSpc>
            </a:pPr>
            <a:r>
              <a:rPr lang="en-US" sz="650" b="0" i="0" kern="1200" dirty="0">
                <a:solidFill>
                  <a:schemeClr val="tx1"/>
                </a:solidFill>
                <a:effectLst/>
                <a:latin typeface="Open Sans" panose="020B0606030504020204" pitchFamily="34" charset="0"/>
                <a:ea typeface="+mn-ea"/>
                <a:cs typeface="+mn-cs"/>
              </a:rPr>
              <a:t>Sandia National Laboratories is a </a:t>
            </a:r>
            <a:r>
              <a:rPr lang="en-US" sz="650" b="0" i="0" kern="1200" dirty="0" err="1">
                <a:solidFill>
                  <a:schemeClr val="tx1"/>
                </a:solidFill>
                <a:effectLst/>
                <a:latin typeface="Open Sans" panose="020B0606030504020204" pitchFamily="34" charset="0"/>
                <a:ea typeface="+mn-ea"/>
                <a:cs typeface="+mn-cs"/>
              </a:rPr>
              <a:t>multimission</a:t>
            </a:r>
            <a:r>
              <a:rPr lang="en-US" sz="650" b="0" i="0" kern="1200" dirty="0">
                <a:solidFill>
                  <a:schemeClr val="tx1"/>
                </a:solidFill>
                <a:effectLst/>
                <a:latin typeface="Open Sans" panose="020B0606030504020204" pitchFamily="34" charset="0"/>
                <a:ea typeface="+mn-ea"/>
                <a:cs typeface="+mn-cs"/>
              </a:rPr>
              <a:t> laboratory managed and operated by National Technology and Engineering Solutions of Sandia LLC, a wholly owned subsidiary of Honeywell International Inc. for the U.S. Department of Energy’s National Nuclear Security Administration under contract DE-NA0003525.</a:t>
            </a:r>
            <a:endParaRPr lang="en-US" sz="650" b="0" i="0" dirty="0">
              <a:solidFill>
                <a:schemeClr val="tx1"/>
              </a:solidFill>
              <a:latin typeface="Open Sans" panose="020B0606030504020204" pitchFamily="34" charset="0"/>
            </a:endParaRPr>
          </a:p>
        </p:txBody>
      </p:sp>
      <p:pic>
        <p:nvPicPr>
          <p:cNvPr id="7" name="Picture 6">
            <a:extLst>
              <a:ext uri="{FF2B5EF4-FFF2-40B4-BE49-F238E27FC236}">
                <a16:creationId xmlns:a16="http://schemas.microsoft.com/office/drawing/2014/main" id="{0A0AE077-678A-92E6-6FCF-495EE5185938}"/>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10007600" y="5681777"/>
            <a:ext cx="861218" cy="209688"/>
          </a:xfrm>
          <a:prstGeom prst="rect">
            <a:avLst/>
          </a:prstGeom>
        </p:spPr>
      </p:pic>
      <p:pic>
        <p:nvPicPr>
          <p:cNvPr id="8" name="Picture 7">
            <a:extLst>
              <a:ext uri="{FF2B5EF4-FFF2-40B4-BE49-F238E27FC236}">
                <a16:creationId xmlns:a16="http://schemas.microsoft.com/office/drawing/2014/main" id="{1242D4F8-A71D-6829-77CA-B4326EA3C4E2}"/>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a:off x="11041002" y="5700166"/>
            <a:ext cx="658267" cy="191198"/>
          </a:xfrm>
          <a:prstGeom prst="rect">
            <a:avLst/>
          </a:prstGeom>
        </p:spPr>
      </p:pic>
      <p:sp>
        <p:nvSpPr>
          <p:cNvPr id="18" name="Text Placeholder 7">
            <a:extLst>
              <a:ext uri="{FF2B5EF4-FFF2-40B4-BE49-F238E27FC236}">
                <a16:creationId xmlns:a16="http://schemas.microsoft.com/office/drawing/2014/main" id="{1E759E8D-369C-956A-8160-6D9E9C7E1F6B}"/>
              </a:ext>
            </a:extLst>
          </p:cNvPr>
          <p:cNvSpPr>
            <a:spLocks noGrp="1"/>
          </p:cNvSpPr>
          <p:nvPr>
            <p:ph type="body" sz="quarter" idx="26" hasCustomPrompt="1"/>
          </p:nvPr>
        </p:nvSpPr>
        <p:spPr>
          <a:xfrm>
            <a:off x="352895" y="4393310"/>
            <a:ext cx="4819650" cy="446913"/>
          </a:xfrm>
        </p:spPr>
        <p:txBody>
          <a:bodyPr lIns="0" rIns="0">
            <a:normAutofit/>
          </a:bodyPr>
          <a:lstStyle>
            <a:lvl1pPr marL="11113" indent="0">
              <a:buFontTx/>
              <a:buNone/>
              <a:tabLst/>
              <a:defRPr sz="1400" b="0" i="1">
                <a:solidFill>
                  <a:schemeClr val="tx1"/>
                </a:solidFill>
                <a:latin typeface="+mn-lt"/>
              </a:defRPr>
            </a:lvl1pPr>
          </a:lstStyle>
          <a:p>
            <a:pPr lvl="0"/>
            <a:r>
              <a:rPr lang="en-US" dirty="0"/>
              <a:t>Click to edit program/organization name</a:t>
            </a:r>
          </a:p>
        </p:txBody>
      </p:sp>
      <p:sp>
        <p:nvSpPr>
          <p:cNvPr id="4" name="Text Placeholder 4">
            <a:extLst>
              <a:ext uri="{FF2B5EF4-FFF2-40B4-BE49-F238E27FC236}">
                <a16:creationId xmlns:a16="http://schemas.microsoft.com/office/drawing/2014/main" id="{05E1BDC2-9B14-F40F-94CC-BC96CE5E5611}"/>
              </a:ext>
            </a:extLst>
          </p:cNvPr>
          <p:cNvSpPr>
            <a:spLocks noGrp="1"/>
          </p:cNvSpPr>
          <p:nvPr>
            <p:ph type="body" sz="quarter" idx="31" hasCustomPrompt="1"/>
          </p:nvPr>
        </p:nvSpPr>
        <p:spPr>
          <a:xfrm>
            <a:off x="352895" y="4888992"/>
            <a:ext cx="4452257" cy="474944"/>
          </a:xfrm>
          <a:prstGeom prst="rect">
            <a:avLst/>
          </a:prstGeom>
        </p:spPr>
        <p:txBody>
          <a:bodyPr lIns="0" tIns="0" rIns="0" bIns="0" anchor="ctr">
            <a:normAutofit/>
          </a:bodyPr>
          <a:lstStyle>
            <a:lvl1pPr marL="0" indent="0">
              <a:lnSpc>
                <a:spcPct val="100000"/>
              </a:lnSpc>
              <a:buFontTx/>
              <a:buNone/>
              <a:defRPr sz="1100" b="0" i="0" spc="50" baseline="0">
                <a:solidFill>
                  <a:schemeClr val="tx1"/>
                </a:solidFill>
                <a:latin typeface="+mn-lt"/>
                <a:ea typeface="Open Sans SemiBold" panose="020B0606030504020204" pitchFamily="34" charset="0"/>
                <a:cs typeface="Open Sans SemiBold" panose="020B0606030504020204" pitchFamily="34" charset="0"/>
              </a:defRPr>
            </a:lvl1pPr>
          </a:lstStyle>
          <a:p>
            <a:pPr lvl="0"/>
            <a:r>
              <a:rPr lang="en-US" dirty="0"/>
              <a:t>Click to add date, location or additional content</a:t>
            </a:r>
          </a:p>
        </p:txBody>
      </p:sp>
      <p:pic>
        <p:nvPicPr>
          <p:cNvPr id="9" name="Picture 8">
            <a:extLst>
              <a:ext uri="{FF2B5EF4-FFF2-40B4-BE49-F238E27FC236}">
                <a16:creationId xmlns:a16="http://schemas.microsoft.com/office/drawing/2014/main" id="{3297AEFF-2856-3FE4-545F-3343807312B3}"/>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t="-4288" r="-3731"/>
          <a:stretch/>
        </p:blipFill>
        <p:spPr>
          <a:xfrm>
            <a:off x="345400" y="279742"/>
            <a:ext cx="1329210" cy="514736"/>
          </a:xfrm>
          <a:prstGeom prst="rect">
            <a:avLst/>
          </a:prstGeom>
        </p:spPr>
      </p:pic>
      <p:sp>
        <p:nvSpPr>
          <p:cNvPr id="10" name="TextBox 9">
            <a:extLst>
              <a:ext uri="{FF2B5EF4-FFF2-40B4-BE49-F238E27FC236}">
                <a16:creationId xmlns:a16="http://schemas.microsoft.com/office/drawing/2014/main" id="{290DC417-E8B8-286D-9BB6-443663A01AFA}"/>
              </a:ext>
            </a:extLst>
          </p:cNvPr>
          <p:cNvSpPr txBox="1"/>
          <p:nvPr userDrawn="1"/>
        </p:nvSpPr>
        <p:spPr>
          <a:xfrm>
            <a:off x="352895" y="924827"/>
            <a:ext cx="4504759" cy="307777"/>
          </a:xfrm>
          <a:prstGeom prst="rect">
            <a:avLst/>
          </a:prstGeom>
          <a:noFill/>
        </p:spPr>
        <p:txBody>
          <a:bodyPr wrap="none" lIns="0" tIns="0" rIns="0" bIns="0" rtlCol="0">
            <a:noAutofit/>
          </a:bodyPr>
          <a:lstStyle/>
          <a:p>
            <a:r>
              <a:rPr lang="en-US" sz="1200" i="1" spc="150" baseline="0" dirty="0">
                <a:solidFill>
                  <a:schemeClr val="tx1"/>
                </a:solidFill>
                <a:latin typeface="+mj-lt"/>
              </a:rPr>
              <a:t>Exceptional service in the national interest</a:t>
            </a:r>
          </a:p>
        </p:txBody>
      </p:sp>
      <p:sp>
        <p:nvSpPr>
          <p:cNvPr id="11" name="TextBox 10">
            <a:extLst>
              <a:ext uri="{FF2B5EF4-FFF2-40B4-BE49-F238E27FC236}">
                <a16:creationId xmlns:a16="http://schemas.microsoft.com/office/drawing/2014/main" id="{8F329887-7359-65E1-87D8-25FB87ECBF43}"/>
              </a:ext>
            </a:extLst>
          </p:cNvPr>
          <p:cNvSpPr txBox="1"/>
          <p:nvPr userDrawn="1"/>
        </p:nvSpPr>
        <p:spPr>
          <a:xfrm>
            <a:off x="7647627" y="5970071"/>
            <a:ext cx="4051642" cy="391517"/>
          </a:xfrm>
          <a:prstGeom prst="rect">
            <a:avLst/>
          </a:prstGeom>
          <a:noFill/>
        </p:spPr>
        <p:txBody>
          <a:bodyPr wrap="square" lIns="0" tIns="0" rIns="0" bIns="0" rtlCol="0">
            <a:noAutofit/>
          </a:bodyPr>
          <a:lstStyle/>
          <a:p>
            <a:pPr algn="r">
              <a:lnSpc>
                <a:spcPct val="110000"/>
              </a:lnSpc>
            </a:pPr>
            <a:r>
              <a:rPr lang="en-US" sz="650" b="0" i="0" kern="1200" dirty="0">
                <a:solidFill>
                  <a:schemeClr val="tx1"/>
                </a:solidFill>
                <a:effectLst/>
                <a:latin typeface="Open Sans" panose="020B0606030504020204" pitchFamily="34" charset="0"/>
                <a:ea typeface="+mn-ea"/>
                <a:cs typeface="+mn-cs"/>
              </a:rPr>
              <a:t>Sandia National Laboratories is a </a:t>
            </a:r>
            <a:r>
              <a:rPr lang="en-US" sz="650" b="0" i="0" kern="1200" dirty="0" err="1">
                <a:solidFill>
                  <a:schemeClr val="tx1"/>
                </a:solidFill>
                <a:effectLst/>
                <a:latin typeface="Open Sans" panose="020B0606030504020204" pitchFamily="34" charset="0"/>
                <a:ea typeface="+mn-ea"/>
                <a:cs typeface="+mn-cs"/>
              </a:rPr>
              <a:t>multimission</a:t>
            </a:r>
            <a:r>
              <a:rPr lang="en-US" sz="650" b="0" i="0" kern="1200" dirty="0">
                <a:solidFill>
                  <a:schemeClr val="tx1"/>
                </a:solidFill>
                <a:effectLst/>
                <a:latin typeface="Open Sans" panose="020B0606030504020204" pitchFamily="34" charset="0"/>
                <a:ea typeface="+mn-ea"/>
                <a:cs typeface="+mn-cs"/>
              </a:rPr>
              <a:t> laboratory managed and operated by National Technology and Engineering Solutions of Sandia LLC, a wholly owned subsidiary of Honeywell International Inc. for the U.S. Department of Energy’s National Nuclear Security Administration under contract DE-NA0003525.</a:t>
            </a:r>
            <a:endParaRPr lang="en-US" sz="650" b="0" i="0" dirty="0">
              <a:solidFill>
                <a:schemeClr val="tx1"/>
              </a:solidFill>
              <a:latin typeface="Open Sans" panose="020B0606030504020204" pitchFamily="34" charset="0"/>
            </a:endParaRPr>
          </a:p>
        </p:txBody>
      </p:sp>
      <p:pic>
        <p:nvPicPr>
          <p:cNvPr id="12" name="Picture 11">
            <a:extLst>
              <a:ext uri="{FF2B5EF4-FFF2-40B4-BE49-F238E27FC236}">
                <a16:creationId xmlns:a16="http://schemas.microsoft.com/office/drawing/2014/main" id="{4C815296-DB72-5CF9-C074-E3EFBFC131B2}"/>
              </a:ext>
            </a:extLst>
          </p:cNvPr>
          <p:cNvPicPr>
            <a:picLocks noChangeAspect="1"/>
          </p:cNvPicPr>
          <p:nvPr userDrawn="1"/>
        </p:nvPicPr>
        <p:blipFill>
          <a:blip r:embed="rId4" cstate="print">
            <a:extLst>
              <a:ext uri="{28A0092B-C50C-407E-A947-70E740481C1C}">
                <a14:useLocalDpi xmlns:a14="http://schemas.microsoft.com/office/drawing/2010/main"/>
              </a:ext>
            </a:extLst>
          </a:blip>
          <a:srcRect/>
          <a:stretch/>
        </p:blipFill>
        <p:spPr>
          <a:xfrm>
            <a:off x="10007600" y="5681777"/>
            <a:ext cx="861218" cy="209688"/>
          </a:xfrm>
          <a:prstGeom prst="rect">
            <a:avLst/>
          </a:prstGeom>
        </p:spPr>
      </p:pic>
      <p:pic>
        <p:nvPicPr>
          <p:cNvPr id="13" name="Picture 12">
            <a:extLst>
              <a:ext uri="{FF2B5EF4-FFF2-40B4-BE49-F238E27FC236}">
                <a16:creationId xmlns:a16="http://schemas.microsoft.com/office/drawing/2014/main" id="{A11EB052-AC4E-78FB-DF03-92CD6D784729}"/>
              </a:ext>
            </a:extLst>
          </p:cNvPr>
          <p:cNvPicPr>
            <a:picLocks noChangeAspect="1"/>
          </p:cNvPicPr>
          <p:nvPr userDrawn="1"/>
        </p:nvPicPr>
        <p:blipFill>
          <a:blip r:embed="rId5" cstate="print">
            <a:extLst>
              <a:ext uri="{28A0092B-C50C-407E-A947-70E740481C1C}">
                <a14:useLocalDpi xmlns:a14="http://schemas.microsoft.com/office/drawing/2010/main"/>
              </a:ext>
            </a:extLst>
          </a:blip>
          <a:srcRect/>
          <a:stretch/>
        </p:blipFill>
        <p:spPr>
          <a:xfrm>
            <a:off x="11041002" y="5700166"/>
            <a:ext cx="658267" cy="191198"/>
          </a:xfrm>
          <a:prstGeom prst="rect">
            <a:avLst/>
          </a:prstGeom>
        </p:spPr>
      </p:pic>
      <p:sp>
        <p:nvSpPr>
          <p:cNvPr id="14" name="Text Placeholder 5">
            <a:extLst>
              <a:ext uri="{FF2B5EF4-FFF2-40B4-BE49-F238E27FC236}">
                <a16:creationId xmlns:a16="http://schemas.microsoft.com/office/drawing/2014/main" id="{BA47EBFF-C97D-2ED7-9E00-C685343679A2}"/>
              </a:ext>
            </a:extLst>
          </p:cNvPr>
          <p:cNvSpPr>
            <a:spLocks noGrp="1"/>
          </p:cNvSpPr>
          <p:nvPr>
            <p:ph type="body" sz="quarter" idx="13" hasCustomPrompt="1"/>
          </p:nvPr>
        </p:nvSpPr>
        <p:spPr>
          <a:xfrm>
            <a:off x="352895" y="0"/>
            <a:ext cx="5753100" cy="228600"/>
          </a:xfrm>
        </p:spPr>
        <p:txBody>
          <a:bodyPr anchor="ctr">
            <a:noAutofit/>
          </a:bodyPr>
          <a:lstStyle>
            <a:lvl1pPr marL="0" indent="0" algn="l">
              <a:spcBef>
                <a:spcPts val="0"/>
              </a:spcBef>
              <a:buFont typeface="Arial" panose="020B0604020202020204" pitchFamily="34" charset="0"/>
              <a:buNone/>
              <a:defRPr sz="900" cap="all" spc="50" baseline="0">
                <a:solidFill>
                  <a:schemeClr val="tx1"/>
                </a:solidFill>
                <a:latin typeface="+mn-lt"/>
                <a:ea typeface="Open Sans SemiBold" panose="020B0706030804020204" pitchFamily="34" charset="0"/>
                <a:cs typeface="Open Sans SemiBold" panose="020B0706030804020204" pitchFamily="34" charset="0"/>
              </a:defRPr>
            </a:lvl1pPr>
            <a:lvl2pPr marL="201168" indent="0" algn="ctr">
              <a:buNone/>
              <a:defRPr sz="900" cap="all" spc="50" baseline="0">
                <a:latin typeface="Open Sans SemiBold" panose="020B0706030804020204" pitchFamily="34" charset="0"/>
                <a:ea typeface="Open Sans SemiBold" panose="020B0706030804020204" pitchFamily="34" charset="0"/>
                <a:cs typeface="Open Sans SemiBold" panose="020B0706030804020204" pitchFamily="34" charset="0"/>
              </a:defRPr>
            </a:lvl2pPr>
            <a:lvl3pPr marL="384048" indent="0" algn="ctr">
              <a:buNone/>
              <a:defRPr sz="900" cap="all" spc="50" baseline="0">
                <a:latin typeface="Open Sans SemiBold" panose="020B0706030804020204" pitchFamily="34" charset="0"/>
                <a:ea typeface="Open Sans SemiBold" panose="020B0706030804020204" pitchFamily="34" charset="0"/>
                <a:cs typeface="Open Sans SemiBold" panose="020B0706030804020204" pitchFamily="34" charset="0"/>
              </a:defRPr>
            </a:lvl3pPr>
            <a:lvl4pPr marL="566928" indent="0" algn="ctr">
              <a:buNone/>
              <a:defRPr sz="900" cap="all" spc="50" baseline="0">
                <a:latin typeface="Open Sans SemiBold" panose="020B0706030804020204" pitchFamily="34" charset="0"/>
                <a:ea typeface="Open Sans SemiBold" panose="020B0706030804020204" pitchFamily="34" charset="0"/>
                <a:cs typeface="Open Sans SemiBold" panose="020B0706030804020204" pitchFamily="34" charset="0"/>
              </a:defRPr>
            </a:lvl4pPr>
            <a:lvl5pPr marL="749808" indent="0" algn="ctr">
              <a:buNone/>
              <a:defRPr sz="900" cap="all" spc="50" baseline="0">
                <a:latin typeface="Open Sans SemiBold" panose="020B0706030804020204" pitchFamily="34" charset="0"/>
                <a:ea typeface="Open Sans SemiBold" panose="020B0706030804020204" pitchFamily="34" charset="0"/>
                <a:cs typeface="Open Sans SemiBold" panose="020B0706030804020204" pitchFamily="34" charset="0"/>
              </a:defRPr>
            </a:lvl5pPr>
          </a:lstStyle>
          <a:p>
            <a:r>
              <a:rPr lang="en-US" dirty="0"/>
              <a:t>CLICK TO EDIT CONTROL MARKING//CATEGORY</a:t>
            </a:r>
          </a:p>
        </p:txBody>
      </p:sp>
      <p:sp>
        <p:nvSpPr>
          <p:cNvPr id="19" name="Rectangle 18">
            <a:extLst>
              <a:ext uri="{FF2B5EF4-FFF2-40B4-BE49-F238E27FC236}">
                <a16:creationId xmlns:a16="http://schemas.microsoft.com/office/drawing/2014/main" id="{BD33CF60-6400-AB11-F82D-43ADDF2F14BB}"/>
              </a:ext>
            </a:extLst>
          </p:cNvPr>
          <p:cNvSpPr/>
          <p:nvPr userDrawn="1"/>
        </p:nvSpPr>
        <p:spPr>
          <a:xfrm>
            <a:off x="10007600" y="1605280"/>
            <a:ext cx="2184400" cy="364744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03A25439-40DD-3608-4C0D-4EDC8D0BD1A8}"/>
              </a:ext>
            </a:extLst>
          </p:cNvPr>
          <p:cNvPicPr>
            <a:picLocks noChangeAspect="1"/>
          </p:cNvPicPr>
          <p:nvPr userDrawn="1"/>
        </p:nvPicPr>
        <p:blipFill>
          <a:blip r:embed="rId6"/>
          <a:stretch>
            <a:fillRect/>
          </a:stretch>
        </p:blipFill>
        <p:spPr>
          <a:xfrm>
            <a:off x="10228259" y="593993"/>
            <a:ext cx="1412128" cy="1923547"/>
          </a:xfrm>
          <a:prstGeom prst="rect">
            <a:avLst/>
          </a:prstGeom>
        </p:spPr>
      </p:pic>
    </p:spTree>
    <p:extLst>
      <p:ext uri="{BB962C8B-B14F-4D97-AF65-F5344CB8AC3E}">
        <p14:creationId xmlns:p14="http://schemas.microsoft.com/office/powerpoint/2010/main" val="2199192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Slide_Phot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52895" y="1804415"/>
            <a:ext cx="6477000" cy="926593"/>
          </a:xfrm>
        </p:spPr>
        <p:txBody>
          <a:bodyPr lIns="0" tIns="0" rIns="0" bIns="0" anchor="b">
            <a:normAutofit/>
          </a:bodyPr>
          <a:lstStyle>
            <a:lvl1pPr algn="l">
              <a:defRPr sz="3600">
                <a:solidFill>
                  <a:schemeClr val="accent1"/>
                </a:solidFill>
                <a:latin typeface="+mj-lt"/>
              </a:defRPr>
            </a:lvl1pPr>
          </a:lstStyle>
          <a:p>
            <a:r>
              <a:rPr lang="en-US" dirty="0"/>
              <a:t>Click to add title</a:t>
            </a:r>
          </a:p>
        </p:txBody>
      </p:sp>
      <p:sp>
        <p:nvSpPr>
          <p:cNvPr id="3" name="Subtitle 2"/>
          <p:cNvSpPr>
            <a:spLocks noGrp="1"/>
          </p:cNvSpPr>
          <p:nvPr>
            <p:ph type="subTitle" idx="1" hasCustomPrompt="1"/>
          </p:nvPr>
        </p:nvSpPr>
        <p:spPr>
          <a:xfrm>
            <a:off x="352895" y="3718560"/>
            <a:ext cx="5268686" cy="552733"/>
          </a:xfrm>
          <a:prstGeom prst="rect">
            <a:avLst/>
          </a:prstGeom>
        </p:spPr>
        <p:txBody>
          <a:bodyPr lIns="0" tIns="0" rIns="0" bIns="0" anchor="b">
            <a:noAutofit/>
          </a:bodyPr>
          <a:lstStyle>
            <a:lvl1pPr marL="0" indent="0" algn="l">
              <a:buNone/>
              <a:defRPr sz="2000" b="0" spc="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 or author names</a:t>
            </a:r>
          </a:p>
        </p:txBody>
      </p:sp>
      <p:sp>
        <p:nvSpPr>
          <p:cNvPr id="27" name="Text Placeholder 26">
            <a:extLst>
              <a:ext uri="{FF2B5EF4-FFF2-40B4-BE49-F238E27FC236}">
                <a16:creationId xmlns:a16="http://schemas.microsoft.com/office/drawing/2014/main" id="{62ED528D-5375-6147-9677-05F4F59A3A33}"/>
              </a:ext>
            </a:extLst>
          </p:cNvPr>
          <p:cNvSpPr>
            <a:spLocks noGrp="1"/>
          </p:cNvSpPr>
          <p:nvPr>
            <p:ph type="body" sz="quarter" idx="10" hasCustomPrompt="1"/>
          </p:nvPr>
        </p:nvSpPr>
        <p:spPr>
          <a:xfrm>
            <a:off x="352895" y="2790226"/>
            <a:ext cx="6014120" cy="548968"/>
          </a:xfrm>
          <a:prstGeom prst="rect">
            <a:avLst/>
          </a:prstGeom>
        </p:spPr>
        <p:txBody>
          <a:bodyPr lIns="0" tIns="0" rIns="0" bIns="0">
            <a:normAutofit/>
          </a:bodyPr>
          <a:lstStyle>
            <a:lvl1pPr marL="0" indent="0">
              <a:buNone/>
              <a:defRPr sz="2400" b="0" i="1">
                <a:solidFill>
                  <a:schemeClr val="tx1"/>
                </a:solidFill>
                <a:latin typeface="+mj-lt"/>
              </a:defRPr>
            </a:lvl1pPr>
          </a:lstStyle>
          <a:p>
            <a:pPr lvl="0"/>
            <a:r>
              <a:rPr lang="en-US" dirty="0"/>
              <a:t>Click to add subtitle</a:t>
            </a:r>
          </a:p>
        </p:txBody>
      </p:sp>
      <p:pic>
        <p:nvPicPr>
          <p:cNvPr id="15" name="Picture 14">
            <a:extLst>
              <a:ext uri="{FF2B5EF4-FFF2-40B4-BE49-F238E27FC236}">
                <a16:creationId xmlns:a16="http://schemas.microsoft.com/office/drawing/2014/main" id="{4503A6FD-C173-A64C-B254-829092777B42}"/>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t="-4288" r="-3731"/>
          <a:stretch/>
        </p:blipFill>
        <p:spPr>
          <a:xfrm>
            <a:off x="345400" y="279742"/>
            <a:ext cx="1329210" cy="514736"/>
          </a:xfrm>
          <a:prstGeom prst="rect">
            <a:avLst/>
          </a:prstGeom>
        </p:spPr>
      </p:pic>
      <p:sp>
        <p:nvSpPr>
          <p:cNvPr id="16" name="TextBox 15">
            <a:extLst>
              <a:ext uri="{FF2B5EF4-FFF2-40B4-BE49-F238E27FC236}">
                <a16:creationId xmlns:a16="http://schemas.microsoft.com/office/drawing/2014/main" id="{AC12122B-590E-9045-872C-38970E3FF20E}"/>
              </a:ext>
            </a:extLst>
          </p:cNvPr>
          <p:cNvSpPr txBox="1"/>
          <p:nvPr/>
        </p:nvSpPr>
        <p:spPr>
          <a:xfrm>
            <a:off x="352895" y="924827"/>
            <a:ext cx="4504759" cy="307777"/>
          </a:xfrm>
          <a:prstGeom prst="rect">
            <a:avLst/>
          </a:prstGeom>
          <a:noFill/>
        </p:spPr>
        <p:txBody>
          <a:bodyPr wrap="none" lIns="0" tIns="0" rIns="0" bIns="0" rtlCol="0">
            <a:noAutofit/>
          </a:bodyPr>
          <a:lstStyle/>
          <a:p>
            <a:r>
              <a:rPr lang="en-US" sz="1200" i="1" spc="150" baseline="0" dirty="0">
                <a:solidFill>
                  <a:schemeClr val="tx1"/>
                </a:solidFill>
                <a:latin typeface="+mj-lt"/>
              </a:rPr>
              <a:t>Exceptional service in the national interest</a:t>
            </a:r>
          </a:p>
        </p:txBody>
      </p:sp>
      <p:sp>
        <p:nvSpPr>
          <p:cNvPr id="5" name="Content Placeholder 12">
            <a:extLst>
              <a:ext uri="{FF2B5EF4-FFF2-40B4-BE49-F238E27FC236}">
                <a16:creationId xmlns:a16="http://schemas.microsoft.com/office/drawing/2014/main" id="{9E46B321-F521-14A6-E951-95E996DCCC49}"/>
              </a:ext>
            </a:extLst>
          </p:cNvPr>
          <p:cNvSpPr>
            <a:spLocks noGrp="1"/>
          </p:cNvSpPr>
          <p:nvPr>
            <p:ph sz="quarter" idx="29" hasCustomPrompt="1"/>
          </p:nvPr>
        </p:nvSpPr>
        <p:spPr>
          <a:xfrm>
            <a:off x="8878824" y="6540370"/>
            <a:ext cx="2820445" cy="174373"/>
          </a:xfrm>
        </p:spPr>
        <p:txBody>
          <a:bodyPr lIns="0" rIns="0">
            <a:noAutofit/>
          </a:bodyPr>
          <a:lstStyle>
            <a:lvl1pPr marL="0" indent="0" algn="r">
              <a:buFontTx/>
              <a:buNone/>
              <a:defRPr lang="en-US" sz="800" b="1" i="0" kern="1200" spc="300" baseline="0" dirty="0" smtClean="0">
                <a:solidFill>
                  <a:schemeClr val="bg1"/>
                </a:solidFill>
                <a:latin typeface="+mn-lt"/>
                <a:ea typeface="Open Sans SemiBold" panose="020B0606030504020204" pitchFamily="34" charset="0"/>
                <a:cs typeface="Open Sans SemiBold" panose="020B0606030504020204" pitchFamily="34" charset="0"/>
              </a:defRPr>
            </a:lvl1pPr>
          </a:lstStyle>
          <a:p>
            <a:pPr lvl="0"/>
            <a:r>
              <a:rPr lang="en-US" dirty="0"/>
              <a:t>CLICK TO ADD SAND XXXX-XXXX P</a:t>
            </a:r>
          </a:p>
        </p:txBody>
      </p:sp>
      <p:sp>
        <p:nvSpPr>
          <p:cNvPr id="6" name="TextBox 5">
            <a:extLst>
              <a:ext uri="{FF2B5EF4-FFF2-40B4-BE49-F238E27FC236}">
                <a16:creationId xmlns:a16="http://schemas.microsoft.com/office/drawing/2014/main" id="{604D3931-9672-6FB0-B5BB-E89583E1B803}"/>
              </a:ext>
            </a:extLst>
          </p:cNvPr>
          <p:cNvSpPr txBox="1"/>
          <p:nvPr/>
        </p:nvSpPr>
        <p:spPr>
          <a:xfrm>
            <a:off x="7647627" y="5970071"/>
            <a:ext cx="4051642" cy="391517"/>
          </a:xfrm>
          <a:prstGeom prst="rect">
            <a:avLst/>
          </a:prstGeom>
          <a:noFill/>
        </p:spPr>
        <p:txBody>
          <a:bodyPr wrap="square" lIns="0" tIns="0" rIns="0" bIns="0" rtlCol="0">
            <a:noAutofit/>
          </a:bodyPr>
          <a:lstStyle/>
          <a:p>
            <a:pPr algn="r">
              <a:lnSpc>
                <a:spcPct val="110000"/>
              </a:lnSpc>
            </a:pPr>
            <a:r>
              <a:rPr lang="en-US" sz="650" b="0" i="0" kern="1200" dirty="0">
                <a:solidFill>
                  <a:schemeClr val="tx1"/>
                </a:solidFill>
                <a:effectLst/>
                <a:latin typeface="Open Sans" panose="020B0606030504020204" pitchFamily="34" charset="0"/>
                <a:ea typeface="+mn-ea"/>
                <a:cs typeface="+mn-cs"/>
              </a:rPr>
              <a:t>Sandia National Laboratories is a </a:t>
            </a:r>
            <a:r>
              <a:rPr lang="en-US" sz="650" b="0" i="0" kern="1200" dirty="0" err="1">
                <a:solidFill>
                  <a:schemeClr val="tx1"/>
                </a:solidFill>
                <a:effectLst/>
                <a:latin typeface="Open Sans" panose="020B0606030504020204" pitchFamily="34" charset="0"/>
                <a:ea typeface="+mn-ea"/>
                <a:cs typeface="+mn-cs"/>
              </a:rPr>
              <a:t>multimission</a:t>
            </a:r>
            <a:r>
              <a:rPr lang="en-US" sz="650" b="0" i="0" kern="1200" dirty="0">
                <a:solidFill>
                  <a:schemeClr val="tx1"/>
                </a:solidFill>
                <a:effectLst/>
                <a:latin typeface="Open Sans" panose="020B0606030504020204" pitchFamily="34" charset="0"/>
                <a:ea typeface="+mn-ea"/>
                <a:cs typeface="+mn-cs"/>
              </a:rPr>
              <a:t> laboratory managed and operated by National Technology and Engineering Solutions of Sandia LLC, a wholly owned subsidiary of Honeywell International Inc. for the U.S. Department of Energy’s National Nuclear Security Administration under contract DE-NA0003525.</a:t>
            </a:r>
            <a:endParaRPr lang="en-US" sz="650" b="0" i="0" dirty="0">
              <a:solidFill>
                <a:schemeClr val="tx1"/>
              </a:solidFill>
              <a:latin typeface="Open Sans" panose="020B0606030504020204" pitchFamily="34" charset="0"/>
            </a:endParaRPr>
          </a:p>
        </p:txBody>
      </p:sp>
      <p:pic>
        <p:nvPicPr>
          <p:cNvPr id="7" name="Picture 6">
            <a:extLst>
              <a:ext uri="{FF2B5EF4-FFF2-40B4-BE49-F238E27FC236}">
                <a16:creationId xmlns:a16="http://schemas.microsoft.com/office/drawing/2014/main" id="{0A0AE077-678A-92E6-6FCF-495EE5185938}"/>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10007600" y="5681777"/>
            <a:ext cx="861218" cy="209688"/>
          </a:xfrm>
          <a:prstGeom prst="rect">
            <a:avLst/>
          </a:prstGeom>
        </p:spPr>
      </p:pic>
      <p:pic>
        <p:nvPicPr>
          <p:cNvPr id="8" name="Picture 7">
            <a:extLst>
              <a:ext uri="{FF2B5EF4-FFF2-40B4-BE49-F238E27FC236}">
                <a16:creationId xmlns:a16="http://schemas.microsoft.com/office/drawing/2014/main" id="{1242D4F8-A71D-6829-77CA-B4326EA3C4E2}"/>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a:off x="11041002" y="5700166"/>
            <a:ext cx="658267" cy="191198"/>
          </a:xfrm>
          <a:prstGeom prst="rect">
            <a:avLst/>
          </a:prstGeom>
        </p:spPr>
      </p:pic>
      <p:sp>
        <p:nvSpPr>
          <p:cNvPr id="18" name="Text Placeholder 7">
            <a:extLst>
              <a:ext uri="{FF2B5EF4-FFF2-40B4-BE49-F238E27FC236}">
                <a16:creationId xmlns:a16="http://schemas.microsoft.com/office/drawing/2014/main" id="{1E759E8D-369C-956A-8160-6D9E9C7E1F6B}"/>
              </a:ext>
            </a:extLst>
          </p:cNvPr>
          <p:cNvSpPr>
            <a:spLocks noGrp="1"/>
          </p:cNvSpPr>
          <p:nvPr>
            <p:ph type="body" sz="quarter" idx="26" hasCustomPrompt="1"/>
          </p:nvPr>
        </p:nvSpPr>
        <p:spPr>
          <a:xfrm>
            <a:off x="352895" y="4393310"/>
            <a:ext cx="4819650" cy="446913"/>
          </a:xfrm>
        </p:spPr>
        <p:txBody>
          <a:bodyPr lIns="0" rIns="0">
            <a:normAutofit/>
          </a:bodyPr>
          <a:lstStyle>
            <a:lvl1pPr marL="11113" indent="0">
              <a:buFontTx/>
              <a:buNone/>
              <a:tabLst/>
              <a:defRPr sz="1400" b="0" i="1">
                <a:solidFill>
                  <a:schemeClr val="tx1"/>
                </a:solidFill>
                <a:latin typeface="+mn-lt"/>
              </a:defRPr>
            </a:lvl1pPr>
          </a:lstStyle>
          <a:p>
            <a:pPr lvl="0"/>
            <a:r>
              <a:rPr lang="en-US" dirty="0"/>
              <a:t>Click to edit program/organization name</a:t>
            </a:r>
          </a:p>
        </p:txBody>
      </p:sp>
      <p:sp>
        <p:nvSpPr>
          <p:cNvPr id="4" name="Text Placeholder 4">
            <a:extLst>
              <a:ext uri="{FF2B5EF4-FFF2-40B4-BE49-F238E27FC236}">
                <a16:creationId xmlns:a16="http://schemas.microsoft.com/office/drawing/2014/main" id="{05E1BDC2-9B14-F40F-94CC-BC96CE5E5611}"/>
              </a:ext>
            </a:extLst>
          </p:cNvPr>
          <p:cNvSpPr>
            <a:spLocks noGrp="1"/>
          </p:cNvSpPr>
          <p:nvPr>
            <p:ph type="body" sz="quarter" idx="31" hasCustomPrompt="1"/>
          </p:nvPr>
        </p:nvSpPr>
        <p:spPr>
          <a:xfrm>
            <a:off x="352895" y="4888992"/>
            <a:ext cx="4452257" cy="474944"/>
          </a:xfrm>
          <a:prstGeom prst="rect">
            <a:avLst/>
          </a:prstGeom>
        </p:spPr>
        <p:txBody>
          <a:bodyPr lIns="0" tIns="0" rIns="0" bIns="0" anchor="ctr">
            <a:normAutofit/>
          </a:bodyPr>
          <a:lstStyle>
            <a:lvl1pPr marL="0" indent="0">
              <a:lnSpc>
                <a:spcPct val="100000"/>
              </a:lnSpc>
              <a:buFontTx/>
              <a:buNone/>
              <a:defRPr sz="1100" b="0" i="0" spc="50" baseline="0">
                <a:solidFill>
                  <a:schemeClr val="tx1"/>
                </a:solidFill>
                <a:latin typeface="+mn-lt"/>
                <a:ea typeface="Open Sans SemiBold" panose="020B0606030504020204" pitchFamily="34" charset="0"/>
                <a:cs typeface="Open Sans SemiBold" panose="020B0606030504020204" pitchFamily="34" charset="0"/>
              </a:defRPr>
            </a:lvl1pPr>
          </a:lstStyle>
          <a:p>
            <a:pPr lvl="0"/>
            <a:r>
              <a:rPr lang="en-US" dirty="0"/>
              <a:t>Click to add date, location or additional content</a:t>
            </a:r>
          </a:p>
        </p:txBody>
      </p:sp>
      <p:pic>
        <p:nvPicPr>
          <p:cNvPr id="9" name="Picture 8">
            <a:extLst>
              <a:ext uri="{FF2B5EF4-FFF2-40B4-BE49-F238E27FC236}">
                <a16:creationId xmlns:a16="http://schemas.microsoft.com/office/drawing/2014/main" id="{3297AEFF-2856-3FE4-545F-3343807312B3}"/>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t="-4288" r="-3731"/>
          <a:stretch/>
        </p:blipFill>
        <p:spPr>
          <a:xfrm>
            <a:off x="345400" y="279742"/>
            <a:ext cx="1329210" cy="514736"/>
          </a:xfrm>
          <a:prstGeom prst="rect">
            <a:avLst/>
          </a:prstGeom>
        </p:spPr>
      </p:pic>
      <p:sp>
        <p:nvSpPr>
          <p:cNvPr id="10" name="TextBox 9">
            <a:extLst>
              <a:ext uri="{FF2B5EF4-FFF2-40B4-BE49-F238E27FC236}">
                <a16:creationId xmlns:a16="http://schemas.microsoft.com/office/drawing/2014/main" id="{290DC417-E8B8-286D-9BB6-443663A01AFA}"/>
              </a:ext>
            </a:extLst>
          </p:cNvPr>
          <p:cNvSpPr txBox="1"/>
          <p:nvPr userDrawn="1"/>
        </p:nvSpPr>
        <p:spPr>
          <a:xfrm>
            <a:off x="352895" y="924827"/>
            <a:ext cx="4504759" cy="307777"/>
          </a:xfrm>
          <a:prstGeom prst="rect">
            <a:avLst/>
          </a:prstGeom>
          <a:noFill/>
        </p:spPr>
        <p:txBody>
          <a:bodyPr wrap="none" lIns="0" tIns="0" rIns="0" bIns="0" rtlCol="0">
            <a:noAutofit/>
          </a:bodyPr>
          <a:lstStyle/>
          <a:p>
            <a:r>
              <a:rPr lang="en-US" sz="1200" i="1" spc="150" baseline="0" dirty="0">
                <a:solidFill>
                  <a:schemeClr val="tx1"/>
                </a:solidFill>
                <a:latin typeface="+mj-lt"/>
              </a:rPr>
              <a:t>Exceptional service in the national interest</a:t>
            </a:r>
          </a:p>
        </p:txBody>
      </p:sp>
      <p:sp>
        <p:nvSpPr>
          <p:cNvPr id="11" name="TextBox 10">
            <a:extLst>
              <a:ext uri="{FF2B5EF4-FFF2-40B4-BE49-F238E27FC236}">
                <a16:creationId xmlns:a16="http://schemas.microsoft.com/office/drawing/2014/main" id="{8F329887-7359-65E1-87D8-25FB87ECBF43}"/>
              </a:ext>
            </a:extLst>
          </p:cNvPr>
          <p:cNvSpPr txBox="1"/>
          <p:nvPr userDrawn="1"/>
        </p:nvSpPr>
        <p:spPr>
          <a:xfrm>
            <a:off x="7647627" y="5970071"/>
            <a:ext cx="4051642" cy="391517"/>
          </a:xfrm>
          <a:prstGeom prst="rect">
            <a:avLst/>
          </a:prstGeom>
          <a:noFill/>
        </p:spPr>
        <p:txBody>
          <a:bodyPr wrap="square" lIns="0" tIns="0" rIns="0" bIns="0" rtlCol="0">
            <a:noAutofit/>
          </a:bodyPr>
          <a:lstStyle/>
          <a:p>
            <a:pPr algn="r">
              <a:lnSpc>
                <a:spcPct val="110000"/>
              </a:lnSpc>
            </a:pPr>
            <a:r>
              <a:rPr lang="en-US" sz="650" b="0" i="0" kern="1200" dirty="0">
                <a:solidFill>
                  <a:schemeClr val="tx1"/>
                </a:solidFill>
                <a:effectLst/>
                <a:latin typeface="Open Sans" panose="020B0606030504020204" pitchFamily="34" charset="0"/>
                <a:ea typeface="+mn-ea"/>
                <a:cs typeface="+mn-cs"/>
              </a:rPr>
              <a:t>Sandia National Laboratories is a </a:t>
            </a:r>
            <a:r>
              <a:rPr lang="en-US" sz="650" b="0" i="0" kern="1200" dirty="0" err="1">
                <a:solidFill>
                  <a:schemeClr val="tx1"/>
                </a:solidFill>
                <a:effectLst/>
                <a:latin typeface="Open Sans" panose="020B0606030504020204" pitchFamily="34" charset="0"/>
                <a:ea typeface="+mn-ea"/>
                <a:cs typeface="+mn-cs"/>
              </a:rPr>
              <a:t>multimission</a:t>
            </a:r>
            <a:r>
              <a:rPr lang="en-US" sz="650" b="0" i="0" kern="1200" dirty="0">
                <a:solidFill>
                  <a:schemeClr val="tx1"/>
                </a:solidFill>
                <a:effectLst/>
                <a:latin typeface="Open Sans" panose="020B0606030504020204" pitchFamily="34" charset="0"/>
                <a:ea typeface="+mn-ea"/>
                <a:cs typeface="+mn-cs"/>
              </a:rPr>
              <a:t> laboratory managed and operated by National Technology and Engineering Solutions of Sandia LLC, a wholly owned subsidiary of Honeywell International Inc. for the U.S. Department of Energy’s National Nuclear Security Administration under contract DE-NA0003525.</a:t>
            </a:r>
            <a:endParaRPr lang="en-US" sz="650" b="0" i="0" dirty="0">
              <a:solidFill>
                <a:schemeClr val="tx1"/>
              </a:solidFill>
              <a:latin typeface="Open Sans" panose="020B0606030504020204" pitchFamily="34" charset="0"/>
            </a:endParaRPr>
          </a:p>
        </p:txBody>
      </p:sp>
      <p:pic>
        <p:nvPicPr>
          <p:cNvPr id="12" name="Picture 11">
            <a:extLst>
              <a:ext uri="{FF2B5EF4-FFF2-40B4-BE49-F238E27FC236}">
                <a16:creationId xmlns:a16="http://schemas.microsoft.com/office/drawing/2014/main" id="{4C815296-DB72-5CF9-C074-E3EFBFC131B2}"/>
              </a:ext>
            </a:extLst>
          </p:cNvPr>
          <p:cNvPicPr>
            <a:picLocks noChangeAspect="1"/>
          </p:cNvPicPr>
          <p:nvPr userDrawn="1"/>
        </p:nvPicPr>
        <p:blipFill>
          <a:blip r:embed="rId4" cstate="print">
            <a:extLst>
              <a:ext uri="{28A0092B-C50C-407E-A947-70E740481C1C}">
                <a14:useLocalDpi xmlns:a14="http://schemas.microsoft.com/office/drawing/2010/main"/>
              </a:ext>
            </a:extLst>
          </a:blip>
          <a:srcRect/>
          <a:stretch/>
        </p:blipFill>
        <p:spPr>
          <a:xfrm>
            <a:off x="10007600" y="5681777"/>
            <a:ext cx="861218" cy="209688"/>
          </a:xfrm>
          <a:prstGeom prst="rect">
            <a:avLst/>
          </a:prstGeom>
        </p:spPr>
      </p:pic>
      <p:pic>
        <p:nvPicPr>
          <p:cNvPr id="13" name="Picture 12">
            <a:extLst>
              <a:ext uri="{FF2B5EF4-FFF2-40B4-BE49-F238E27FC236}">
                <a16:creationId xmlns:a16="http://schemas.microsoft.com/office/drawing/2014/main" id="{A11EB052-AC4E-78FB-DF03-92CD6D784729}"/>
              </a:ext>
            </a:extLst>
          </p:cNvPr>
          <p:cNvPicPr>
            <a:picLocks noChangeAspect="1"/>
          </p:cNvPicPr>
          <p:nvPr userDrawn="1"/>
        </p:nvPicPr>
        <p:blipFill>
          <a:blip r:embed="rId5" cstate="print">
            <a:extLst>
              <a:ext uri="{28A0092B-C50C-407E-A947-70E740481C1C}">
                <a14:useLocalDpi xmlns:a14="http://schemas.microsoft.com/office/drawing/2010/main"/>
              </a:ext>
            </a:extLst>
          </a:blip>
          <a:srcRect/>
          <a:stretch/>
        </p:blipFill>
        <p:spPr>
          <a:xfrm>
            <a:off x="11041002" y="5700166"/>
            <a:ext cx="658267" cy="191198"/>
          </a:xfrm>
          <a:prstGeom prst="rect">
            <a:avLst/>
          </a:prstGeom>
        </p:spPr>
      </p:pic>
      <p:sp>
        <p:nvSpPr>
          <p:cNvPr id="17" name="Picture Placeholder 16">
            <a:extLst>
              <a:ext uri="{FF2B5EF4-FFF2-40B4-BE49-F238E27FC236}">
                <a16:creationId xmlns:a16="http://schemas.microsoft.com/office/drawing/2014/main" id="{5D8068C1-323F-572A-96F9-3C07CF172E93}"/>
              </a:ext>
            </a:extLst>
          </p:cNvPr>
          <p:cNvSpPr>
            <a:spLocks noGrp="1"/>
          </p:cNvSpPr>
          <p:nvPr>
            <p:ph type="pic" sz="quarter" idx="32" hasCustomPrompt="1"/>
          </p:nvPr>
        </p:nvSpPr>
        <p:spPr>
          <a:xfrm>
            <a:off x="7677150" y="1"/>
            <a:ext cx="3467099" cy="1676400"/>
          </a:xfrm>
          <a:prstGeom prst="parallelogram">
            <a:avLst>
              <a:gd name="adj" fmla="val 73223"/>
            </a:avLst>
          </a:prstGeom>
          <a:noFill/>
          <a:ln>
            <a:noFill/>
          </a:ln>
        </p:spPr>
        <p:txBody>
          <a:bodyPr anchor="t">
            <a:normAutofit/>
          </a:bodyPr>
          <a:lstStyle>
            <a:lvl1pPr marL="0" indent="0" algn="ctr">
              <a:buNone/>
              <a:defRPr sz="1800"/>
            </a:lvl1pPr>
          </a:lstStyle>
          <a:p>
            <a:r>
              <a:rPr lang="en-US" dirty="0"/>
              <a:t>Add image</a:t>
            </a:r>
          </a:p>
        </p:txBody>
      </p:sp>
      <p:sp>
        <p:nvSpPr>
          <p:cNvPr id="19" name="Picture Placeholder 16">
            <a:extLst>
              <a:ext uri="{FF2B5EF4-FFF2-40B4-BE49-F238E27FC236}">
                <a16:creationId xmlns:a16="http://schemas.microsoft.com/office/drawing/2014/main" id="{6ECFC8AD-FDE1-C946-6F19-1D200A5C7EB5}"/>
              </a:ext>
            </a:extLst>
          </p:cNvPr>
          <p:cNvSpPr>
            <a:spLocks noGrp="1"/>
          </p:cNvSpPr>
          <p:nvPr>
            <p:ph type="pic" sz="quarter" idx="33" hasCustomPrompt="1"/>
          </p:nvPr>
        </p:nvSpPr>
        <p:spPr>
          <a:xfrm>
            <a:off x="6424422" y="1728217"/>
            <a:ext cx="3467099" cy="1676400"/>
          </a:xfrm>
          <a:prstGeom prst="parallelogram">
            <a:avLst>
              <a:gd name="adj" fmla="val 73223"/>
            </a:avLst>
          </a:prstGeom>
          <a:noFill/>
          <a:ln>
            <a:noFill/>
          </a:ln>
        </p:spPr>
        <p:txBody>
          <a:bodyPr>
            <a:normAutofit/>
          </a:bodyPr>
          <a:lstStyle>
            <a:lvl1pPr marL="0" indent="0" algn="ctr">
              <a:buNone/>
              <a:defRPr sz="1800"/>
            </a:lvl1pPr>
          </a:lstStyle>
          <a:p>
            <a:r>
              <a:rPr lang="en-US" dirty="0"/>
              <a:t>Add image</a:t>
            </a:r>
          </a:p>
        </p:txBody>
      </p:sp>
      <p:sp>
        <p:nvSpPr>
          <p:cNvPr id="20" name="Picture Placeholder 16">
            <a:extLst>
              <a:ext uri="{FF2B5EF4-FFF2-40B4-BE49-F238E27FC236}">
                <a16:creationId xmlns:a16="http://schemas.microsoft.com/office/drawing/2014/main" id="{086AE18A-883A-AF55-B395-94D7303F8A07}"/>
              </a:ext>
            </a:extLst>
          </p:cNvPr>
          <p:cNvSpPr>
            <a:spLocks noGrp="1"/>
          </p:cNvSpPr>
          <p:nvPr>
            <p:ph type="pic" sz="quarter" idx="34" hasCustomPrompt="1"/>
          </p:nvPr>
        </p:nvSpPr>
        <p:spPr>
          <a:xfrm>
            <a:off x="5144262" y="3456433"/>
            <a:ext cx="3467099" cy="1676400"/>
          </a:xfrm>
          <a:prstGeom prst="parallelogram">
            <a:avLst>
              <a:gd name="adj" fmla="val 73223"/>
            </a:avLst>
          </a:prstGeom>
          <a:noFill/>
          <a:ln>
            <a:noFill/>
          </a:ln>
        </p:spPr>
        <p:txBody>
          <a:bodyPr>
            <a:normAutofit/>
          </a:bodyPr>
          <a:lstStyle>
            <a:lvl1pPr marL="0" indent="0" algn="ctr">
              <a:buNone/>
              <a:defRPr sz="1800"/>
            </a:lvl1pPr>
          </a:lstStyle>
          <a:p>
            <a:r>
              <a:rPr lang="en-US" dirty="0"/>
              <a:t>Add image</a:t>
            </a:r>
          </a:p>
        </p:txBody>
      </p:sp>
      <p:sp>
        <p:nvSpPr>
          <p:cNvPr id="21" name="Picture Placeholder 16">
            <a:extLst>
              <a:ext uri="{FF2B5EF4-FFF2-40B4-BE49-F238E27FC236}">
                <a16:creationId xmlns:a16="http://schemas.microsoft.com/office/drawing/2014/main" id="{403128C2-8DFF-BDBA-C323-B9EE2FD9A542}"/>
              </a:ext>
            </a:extLst>
          </p:cNvPr>
          <p:cNvSpPr>
            <a:spLocks noGrp="1"/>
          </p:cNvSpPr>
          <p:nvPr>
            <p:ph type="pic" sz="quarter" idx="35" hasCustomPrompt="1"/>
          </p:nvPr>
        </p:nvSpPr>
        <p:spPr>
          <a:xfrm>
            <a:off x="3900678" y="5175505"/>
            <a:ext cx="3467099" cy="1676400"/>
          </a:xfrm>
          <a:prstGeom prst="parallelogram">
            <a:avLst>
              <a:gd name="adj" fmla="val 73223"/>
            </a:avLst>
          </a:prstGeom>
          <a:noFill/>
          <a:ln>
            <a:noFill/>
          </a:ln>
        </p:spPr>
        <p:txBody>
          <a:bodyPr>
            <a:normAutofit/>
          </a:bodyPr>
          <a:lstStyle>
            <a:lvl1pPr marL="0" indent="0" algn="ctr">
              <a:buNone/>
              <a:defRPr sz="1800"/>
            </a:lvl1pPr>
          </a:lstStyle>
          <a:p>
            <a:r>
              <a:rPr lang="en-US" dirty="0"/>
              <a:t>Add image</a:t>
            </a:r>
          </a:p>
        </p:txBody>
      </p:sp>
      <p:sp>
        <p:nvSpPr>
          <p:cNvPr id="14" name="Text Placeholder 5">
            <a:extLst>
              <a:ext uri="{FF2B5EF4-FFF2-40B4-BE49-F238E27FC236}">
                <a16:creationId xmlns:a16="http://schemas.microsoft.com/office/drawing/2014/main" id="{8C0D6C5F-2EE1-E366-3882-F2CA4D85B840}"/>
              </a:ext>
            </a:extLst>
          </p:cNvPr>
          <p:cNvSpPr>
            <a:spLocks noGrp="1"/>
          </p:cNvSpPr>
          <p:nvPr>
            <p:ph type="body" sz="quarter" idx="13" hasCustomPrompt="1"/>
          </p:nvPr>
        </p:nvSpPr>
        <p:spPr>
          <a:xfrm>
            <a:off x="352895" y="0"/>
            <a:ext cx="5753100" cy="228600"/>
          </a:xfrm>
        </p:spPr>
        <p:txBody>
          <a:bodyPr anchor="ctr">
            <a:noAutofit/>
          </a:bodyPr>
          <a:lstStyle>
            <a:lvl1pPr marL="0" indent="0" algn="l">
              <a:spcBef>
                <a:spcPts val="0"/>
              </a:spcBef>
              <a:buFont typeface="Arial" panose="020B0604020202020204" pitchFamily="34" charset="0"/>
              <a:buNone/>
              <a:defRPr sz="900" cap="all" spc="50" baseline="0">
                <a:solidFill>
                  <a:schemeClr val="tx1"/>
                </a:solidFill>
                <a:latin typeface="+mn-lt"/>
                <a:ea typeface="Open Sans SemiBold" panose="020B0706030804020204" pitchFamily="34" charset="0"/>
                <a:cs typeface="Open Sans SemiBold" panose="020B0706030804020204" pitchFamily="34" charset="0"/>
              </a:defRPr>
            </a:lvl1pPr>
            <a:lvl2pPr marL="201168" indent="0" algn="ctr">
              <a:buNone/>
              <a:defRPr sz="900" cap="all" spc="50" baseline="0">
                <a:latin typeface="Open Sans SemiBold" panose="020B0706030804020204" pitchFamily="34" charset="0"/>
                <a:ea typeface="Open Sans SemiBold" panose="020B0706030804020204" pitchFamily="34" charset="0"/>
                <a:cs typeface="Open Sans SemiBold" panose="020B0706030804020204" pitchFamily="34" charset="0"/>
              </a:defRPr>
            </a:lvl2pPr>
            <a:lvl3pPr marL="384048" indent="0" algn="ctr">
              <a:buNone/>
              <a:defRPr sz="900" cap="all" spc="50" baseline="0">
                <a:latin typeface="Open Sans SemiBold" panose="020B0706030804020204" pitchFamily="34" charset="0"/>
                <a:ea typeface="Open Sans SemiBold" panose="020B0706030804020204" pitchFamily="34" charset="0"/>
                <a:cs typeface="Open Sans SemiBold" panose="020B0706030804020204" pitchFamily="34" charset="0"/>
              </a:defRPr>
            </a:lvl3pPr>
            <a:lvl4pPr marL="566928" indent="0" algn="ctr">
              <a:buNone/>
              <a:defRPr sz="900" cap="all" spc="50" baseline="0">
                <a:latin typeface="Open Sans SemiBold" panose="020B0706030804020204" pitchFamily="34" charset="0"/>
                <a:ea typeface="Open Sans SemiBold" panose="020B0706030804020204" pitchFamily="34" charset="0"/>
                <a:cs typeface="Open Sans SemiBold" panose="020B0706030804020204" pitchFamily="34" charset="0"/>
              </a:defRPr>
            </a:lvl4pPr>
            <a:lvl5pPr marL="749808" indent="0" algn="ctr">
              <a:buNone/>
              <a:defRPr sz="900" cap="all" spc="50" baseline="0">
                <a:latin typeface="Open Sans SemiBold" panose="020B0706030804020204" pitchFamily="34" charset="0"/>
                <a:ea typeface="Open Sans SemiBold" panose="020B0706030804020204" pitchFamily="34" charset="0"/>
                <a:cs typeface="Open Sans SemiBold" panose="020B0706030804020204" pitchFamily="34" charset="0"/>
              </a:defRPr>
            </a:lvl5pPr>
          </a:lstStyle>
          <a:p>
            <a:r>
              <a:rPr lang="en-US" dirty="0"/>
              <a:t>CLICK TO EDIT CONTROL MARKING//CATEGORY</a:t>
            </a:r>
          </a:p>
        </p:txBody>
      </p:sp>
      <p:sp>
        <p:nvSpPr>
          <p:cNvPr id="22" name="Rectangle 21">
            <a:extLst>
              <a:ext uri="{FF2B5EF4-FFF2-40B4-BE49-F238E27FC236}">
                <a16:creationId xmlns:a16="http://schemas.microsoft.com/office/drawing/2014/main" id="{69D301A3-AD9C-7550-DC51-671F56F95159}"/>
              </a:ext>
            </a:extLst>
          </p:cNvPr>
          <p:cNvSpPr/>
          <p:nvPr userDrawn="1"/>
        </p:nvSpPr>
        <p:spPr>
          <a:xfrm>
            <a:off x="10007600" y="1595120"/>
            <a:ext cx="2184400" cy="364744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93CB23FE-4FDE-BC57-E9EA-CD187D81C79E}"/>
              </a:ext>
            </a:extLst>
          </p:cNvPr>
          <p:cNvPicPr>
            <a:picLocks noChangeAspect="1"/>
          </p:cNvPicPr>
          <p:nvPr userDrawn="1"/>
        </p:nvPicPr>
        <p:blipFill>
          <a:blip r:embed="rId6"/>
          <a:stretch>
            <a:fillRect/>
          </a:stretch>
        </p:blipFill>
        <p:spPr>
          <a:xfrm>
            <a:off x="9856546" y="2464954"/>
            <a:ext cx="1652968" cy="2251611"/>
          </a:xfrm>
          <a:prstGeom prst="rect">
            <a:avLst/>
          </a:prstGeom>
        </p:spPr>
      </p:pic>
    </p:spTree>
    <p:extLst>
      <p:ext uri="{BB962C8B-B14F-4D97-AF65-F5344CB8AC3E}">
        <p14:creationId xmlns:p14="http://schemas.microsoft.com/office/powerpoint/2010/main" val="78732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Section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61692" y="2031023"/>
            <a:ext cx="3868616" cy="2795954"/>
          </a:xfrm>
        </p:spPr>
        <p:txBody>
          <a:bodyPr anchor="ctr">
            <a:normAutofit/>
          </a:bodyPr>
          <a:lstStyle>
            <a:lvl1pPr algn="ctr">
              <a:defRPr sz="4000">
                <a:solidFill>
                  <a:schemeClr val="tx1"/>
                </a:solidFill>
              </a:defRPr>
            </a:lvl1pPr>
          </a:lstStyle>
          <a:p>
            <a:r>
              <a:rPr lang="en-US" dirty="0"/>
              <a:t>Click to </a:t>
            </a:r>
            <a:br>
              <a:rPr lang="en-US" dirty="0"/>
            </a:br>
            <a:r>
              <a:rPr lang="en-US" dirty="0"/>
              <a:t>edit subtitle</a:t>
            </a:r>
          </a:p>
        </p:txBody>
      </p:sp>
      <p:sp>
        <p:nvSpPr>
          <p:cNvPr id="5" name="Slide Number Placeholder 5">
            <a:extLst>
              <a:ext uri="{FF2B5EF4-FFF2-40B4-BE49-F238E27FC236}">
                <a16:creationId xmlns:a16="http://schemas.microsoft.com/office/drawing/2014/main" id="{0C1BBB78-2337-77EE-6EC0-4C784C5E7159}"/>
              </a:ext>
            </a:extLst>
          </p:cNvPr>
          <p:cNvSpPr>
            <a:spLocks noGrp="1"/>
          </p:cNvSpPr>
          <p:nvPr>
            <p:ph type="sldNum" sz="quarter" idx="4"/>
          </p:nvPr>
        </p:nvSpPr>
        <p:spPr>
          <a:xfrm>
            <a:off x="11706126" y="6638826"/>
            <a:ext cx="485874" cy="219174"/>
          </a:xfrm>
          <a:prstGeom prst="rect">
            <a:avLst/>
          </a:prstGeom>
        </p:spPr>
        <p:txBody>
          <a:bodyPr vert="horz" lIns="91440" tIns="45720" rIns="91440" bIns="45720" rtlCol="0" anchor="ctr"/>
          <a:lstStyle>
            <a:lvl1pPr algn="ctr">
              <a:defRPr sz="1000" b="1" i="0">
                <a:solidFill>
                  <a:schemeClr val="bg2"/>
                </a:solidFill>
                <a:latin typeface="Exo 2 Semi Bold" pitchFamily="2" charset="77"/>
              </a:defRPr>
            </a:lvl1pPr>
          </a:lstStyle>
          <a:p>
            <a:fld id="{6FB6B91F-BB11-E946-B7F6-1372EDB8DEC1}" type="slidenum">
              <a:rPr lang="en-US" smtClean="0"/>
              <a:pPr/>
              <a:t>‹#›</a:t>
            </a:fld>
            <a:endParaRPr lang="en-US" dirty="0"/>
          </a:p>
        </p:txBody>
      </p:sp>
      <p:sp>
        <p:nvSpPr>
          <p:cNvPr id="3" name="Footer Placeholder 4">
            <a:extLst>
              <a:ext uri="{FF2B5EF4-FFF2-40B4-BE49-F238E27FC236}">
                <a16:creationId xmlns:a16="http://schemas.microsoft.com/office/drawing/2014/main" id="{5560EA2B-BE9C-1249-82D6-B7B0949FCFDE}"/>
              </a:ext>
            </a:extLst>
          </p:cNvPr>
          <p:cNvSpPr>
            <a:spLocks noGrp="1"/>
          </p:cNvSpPr>
          <p:nvPr>
            <p:ph type="ftr" sz="quarter" idx="3"/>
          </p:nvPr>
        </p:nvSpPr>
        <p:spPr>
          <a:xfrm>
            <a:off x="1600200" y="0"/>
            <a:ext cx="8991600" cy="219174"/>
          </a:xfrm>
          <a:prstGeom prst="rect">
            <a:avLst/>
          </a:prstGeom>
        </p:spPr>
        <p:txBody>
          <a:bodyPr vert="horz" lIns="0" tIns="0" rIns="0" bIns="0" rtlCol="0" anchor="ctr"/>
          <a:lstStyle>
            <a:lvl1pPr marL="0" marR="0" indent="0" algn="ctr" defTabSz="914400" rtl="0" eaLnBrk="1" fontAlgn="auto" latinLnBrk="0" hangingPunct="1">
              <a:lnSpc>
                <a:spcPct val="100000"/>
              </a:lnSpc>
              <a:spcBef>
                <a:spcPts val="0"/>
              </a:spcBef>
              <a:spcAft>
                <a:spcPts val="0"/>
              </a:spcAft>
              <a:buClrTx/>
              <a:buSzTx/>
              <a:buFontTx/>
              <a:buNone/>
              <a:tabLst/>
              <a:defRPr sz="900" b="0" i="0">
                <a:solidFill>
                  <a:schemeClr val="bg1"/>
                </a:solidFill>
                <a:latin typeface="+mn-lt"/>
                <a:ea typeface="Open Sans SemiBold" panose="020B0606030504020204" pitchFamily="34" charset="0"/>
                <a:cs typeface="Open Sans SemiBold" panose="020B0606030504020204" pitchFamily="34" charset="0"/>
              </a:defRPr>
            </a:lvl1pPr>
          </a:lstStyle>
          <a:p>
            <a:endParaRPr lang="en-US" dirty="0"/>
          </a:p>
        </p:txBody>
      </p:sp>
    </p:spTree>
    <p:extLst>
      <p:ext uri="{BB962C8B-B14F-4D97-AF65-F5344CB8AC3E}">
        <p14:creationId xmlns:p14="http://schemas.microsoft.com/office/powerpoint/2010/main" val="3904256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Section Slide 2">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118038" y="5670022"/>
            <a:ext cx="10578662" cy="564931"/>
          </a:xfrm>
        </p:spPr>
        <p:txBody>
          <a:bodyPr anchor="b">
            <a:normAutofit/>
          </a:bodyPr>
          <a:lstStyle>
            <a:lvl1pPr algn="r">
              <a:defRPr sz="3600" i="1" baseline="0">
                <a:solidFill>
                  <a:schemeClr val="tx1"/>
                </a:solidFill>
              </a:defRPr>
            </a:lvl1pPr>
          </a:lstStyle>
          <a:p>
            <a:r>
              <a:rPr lang="en-US" dirty="0"/>
              <a:t>Click to edit subtitle</a:t>
            </a:r>
          </a:p>
        </p:txBody>
      </p:sp>
      <p:sp>
        <p:nvSpPr>
          <p:cNvPr id="10" name="Text Placeholder 9">
            <a:extLst>
              <a:ext uri="{FF2B5EF4-FFF2-40B4-BE49-F238E27FC236}">
                <a16:creationId xmlns:a16="http://schemas.microsoft.com/office/drawing/2014/main" id="{A6DBC59A-906A-BCE3-2661-0EA959C0EE2A}"/>
              </a:ext>
            </a:extLst>
          </p:cNvPr>
          <p:cNvSpPr>
            <a:spLocks noGrp="1"/>
          </p:cNvSpPr>
          <p:nvPr>
            <p:ph type="body" sz="quarter" idx="10" hasCustomPrompt="1"/>
          </p:nvPr>
        </p:nvSpPr>
        <p:spPr>
          <a:xfrm>
            <a:off x="1116106" y="1219200"/>
            <a:ext cx="4979894" cy="3715871"/>
          </a:xfrm>
        </p:spPr>
        <p:txBody>
          <a:bodyPr anchor="b">
            <a:normAutofit/>
          </a:bodyPr>
          <a:lstStyle>
            <a:lvl1pPr marL="0" indent="0">
              <a:buFontTx/>
              <a:buNone/>
              <a:defRPr sz="4800" cap="all" baseline="0">
                <a:solidFill>
                  <a:schemeClr val="tx1"/>
                </a:solidFill>
                <a:latin typeface="+mj-lt"/>
              </a:defRPr>
            </a:lvl1pPr>
            <a:lvl2pPr marL="457200" indent="0">
              <a:buFontTx/>
              <a:buNone/>
              <a:defRPr>
                <a:latin typeface="+mj-lt"/>
              </a:defRPr>
            </a:lvl2pPr>
            <a:lvl3pPr marL="914400" indent="0">
              <a:buFontTx/>
              <a:buNone/>
              <a:defRPr>
                <a:latin typeface="+mj-lt"/>
              </a:defRPr>
            </a:lvl3pPr>
            <a:lvl4pPr marL="1371600" indent="0">
              <a:buFontTx/>
              <a:buNone/>
              <a:defRPr>
                <a:latin typeface="+mj-lt"/>
              </a:defRPr>
            </a:lvl4pPr>
            <a:lvl5pPr marL="1828800" indent="0">
              <a:buFontTx/>
              <a:buNone/>
              <a:defRPr>
                <a:latin typeface="+mj-lt"/>
              </a:defRPr>
            </a:lvl5pPr>
          </a:lstStyle>
          <a:p>
            <a:pPr lvl="0"/>
            <a:r>
              <a:rPr lang="en-US" dirty="0"/>
              <a:t>Click to edit title</a:t>
            </a:r>
          </a:p>
        </p:txBody>
      </p:sp>
      <p:sp>
        <p:nvSpPr>
          <p:cNvPr id="4" name="Text Placeholder 5">
            <a:extLst>
              <a:ext uri="{FF2B5EF4-FFF2-40B4-BE49-F238E27FC236}">
                <a16:creationId xmlns:a16="http://schemas.microsoft.com/office/drawing/2014/main" id="{09A88D12-446A-71FE-B81B-8D655122EAB7}"/>
              </a:ext>
            </a:extLst>
          </p:cNvPr>
          <p:cNvSpPr>
            <a:spLocks noGrp="1"/>
          </p:cNvSpPr>
          <p:nvPr>
            <p:ph type="body" sz="quarter" idx="13" hasCustomPrompt="1"/>
          </p:nvPr>
        </p:nvSpPr>
        <p:spPr>
          <a:xfrm>
            <a:off x="352895" y="0"/>
            <a:ext cx="5753100" cy="228600"/>
          </a:xfrm>
        </p:spPr>
        <p:txBody>
          <a:bodyPr anchor="ctr">
            <a:noAutofit/>
          </a:bodyPr>
          <a:lstStyle>
            <a:lvl1pPr marL="0" indent="0" algn="l">
              <a:spcBef>
                <a:spcPts val="0"/>
              </a:spcBef>
              <a:buFont typeface="Arial" panose="020B0604020202020204" pitchFamily="34" charset="0"/>
              <a:buNone/>
              <a:defRPr sz="900" cap="all" spc="50" baseline="0">
                <a:solidFill>
                  <a:schemeClr val="tx1"/>
                </a:solidFill>
                <a:latin typeface="+mn-lt"/>
                <a:ea typeface="Open Sans SemiBold" panose="020B0706030804020204" pitchFamily="34" charset="0"/>
                <a:cs typeface="Open Sans SemiBold" panose="020B0706030804020204" pitchFamily="34" charset="0"/>
              </a:defRPr>
            </a:lvl1pPr>
            <a:lvl2pPr marL="201168" indent="0" algn="ctr">
              <a:buNone/>
              <a:defRPr sz="900" cap="all" spc="50" baseline="0">
                <a:latin typeface="Open Sans SemiBold" panose="020B0706030804020204" pitchFamily="34" charset="0"/>
                <a:ea typeface="Open Sans SemiBold" panose="020B0706030804020204" pitchFamily="34" charset="0"/>
                <a:cs typeface="Open Sans SemiBold" panose="020B0706030804020204" pitchFamily="34" charset="0"/>
              </a:defRPr>
            </a:lvl2pPr>
            <a:lvl3pPr marL="384048" indent="0" algn="ctr">
              <a:buNone/>
              <a:defRPr sz="900" cap="all" spc="50" baseline="0">
                <a:latin typeface="Open Sans SemiBold" panose="020B0706030804020204" pitchFamily="34" charset="0"/>
                <a:ea typeface="Open Sans SemiBold" panose="020B0706030804020204" pitchFamily="34" charset="0"/>
                <a:cs typeface="Open Sans SemiBold" panose="020B0706030804020204" pitchFamily="34" charset="0"/>
              </a:defRPr>
            </a:lvl3pPr>
            <a:lvl4pPr marL="566928" indent="0" algn="ctr">
              <a:buNone/>
              <a:defRPr sz="900" cap="all" spc="50" baseline="0">
                <a:latin typeface="Open Sans SemiBold" panose="020B0706030804020204" pitchFamily="34" charset="0"/>
                <a:ea typeface="Open Sans SemiBold" panose="020B0706030804020204" pitchFamily="34" charset="0"/>
                <a:cs typeface="Open Sans SemiBold" panose="020B0706030804020204" pitchFamily="34" charset="0"/>
              </a:defRPr>
            </a:lvl4pPr>
            <a:lvl5pPr marL="749808" indent="0" algn="ctr">
              <a:buNone/>
              <a:defRPr sz="900" cap="all" spc="50" baseline="0">
                <a:latin typeface="Open Sans SemiBold" panose="020B0706030804020204" pitchFamily="34" charset="0"/>
                <a:ea typeface="Open Sans SemiBold" panose="020B0706030804020204" pitchFamily="34" charset="0"/>
                <a:cs typeface="Open Sans SemiBold" panose="020B0706030804020204" pitchFamily="34" charset="0"/>
              </a:defRPr>
            </a:lvl5pPr>
          </a:lstStyle>
          <a:p>
            <a:r>
              <a:rPr lang="en-US" dirty="0"/>
              <a:t>CLICK TO EDIT CONTROL MARKING//CATEGORY</a:t>
            </a:r>
          </a:p>
        </p:txBody>
      </p:sp>
      <p:sp>
        <p:nvSpPr>
          <p:cNvPr id="3" name="Slide Number Placeholder 5">
            <a:extLst>
              <a:ext uri="{FF2B5EF4-FFF2-40B4-BE49-F238E27FC236}">
                <a16:creationId xmlns:a16="http://schemas.microsoft.com/office/drawing/2014/main" id="{52806DD4-DAA4-5ECD-B238-7E14C32951FE}"/>
              </a:ext>
            </a:extLst>
          </p:cNvPr>
          <p:cNvSpPr>
            <a:spLocks noGrp="1"/>
          </p:cNvSpPr>
          <p:nvPr>
            <p:ph type="sldNum" sz="quarter" idx="4"/>
          </p:nvPr>
        </p:nvSpPr>
        <p:spPr>
          <a:xfrm>
            <a:off x="11706126" y="6638826"/>
            <a:ext cx="485874" cy="219174"/>
          </a:xfrm>
          <a:prstGeom prst="rect">
            <a:avLst/>
          </a:prstGeom>
        </p:spPr>
        <p:txBody>
          <a:bodyPr vert="horz" lIns="91440" tIns="45720" rIns="91440" bIns="45720" rtlCol="0" anchor="ctr"/>
          <a:lstStyle>
            <a:lvl1pPr algn="ctr">
              <a:defRPr sz="1000" b="1" i="0">
                <a:solidFill>
                  <a:schemeClr val="bg2"/>
                </a:solidFill>
                <a:latin typeface="Exo 2 Semi Bold" pitchFamily="2" charset="77"/>
              </a:defRPr>
            </a:lvl1pPr>
          </a:lstStyle>
          <a:p>
            <a:fld id="{6FB6B91F-BB11-E946-B7F6-1372EDB8DEC1}" type="slidenum">
              <a:rPr lang="en-US" smtClean="0"/>
              <a:pPr/>
              <a:t>‹#›</a:t>
            </a:fld>
            <a:endParaRPr lang="en-US" dirty="0"/>
          </a:p>
        </p:txBody>
      </p:sp>
      <p:sp>
        <p:nvSpPr>
          <p:cNvPr id="7" name="Rectangle 6">
            <a:extLst>
              <a:ext uri="{FF2B5EF4-FFF2-40B4-BE49-F238E27FC236}">
                <a16:creationId xmlns:a16="http://schemas.microsoft.com/office/drawing/2014/main" id="{DDE577F3-394B-35E0-6AA3-62FCC59BBD1D}"/>
              </a:ext>
            </a:extLst>
          </p:cNvPr>
          <p:cNvSpPr/>
          <p:nvPr userDrawn="1"/>
        </p:nvSpPr>
        <p:spPr>
          <a:xfrm>
            <a:off x="10007600" y="1595120"/>
            <a:ext cx="2184400" cy="364744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3FA3A08-A647-F1E7-D57C-A233F59CE9E4}"/>
              </a:ext>
            </a:extLst>
          </p:cNvPr>
          <p:cNvPicPr>
            <a:picLocks noChangeAspect="1"/>
          </p:cNvPicPr>
          <p:nvPr userDrawn="1"/>
        </p:nvPicPr>
        <p:blipFill>
          <a:blip r:embed="rId3">
            <a:alphaModFix amt="35000"/>
          </a:blip>
          <a:stretch>
            <a:fillRect/>
          </a:stretch>
        </p:blipFill>
        <p:spPr>
          <a:xfrm>
            <a:off x="10228259" y="593993"/>
            <a:ext cx="1412128" cy="1923547"/>
          </a:xfrm>
          <a:prstGeom prst="rect">
            <a:avLst/>
          </a:prstGeom>
        </p:spPr>
      </p:pic>
    </p:spTree>
    <p:extLst>
      <p:ext uri="{BB962C8B-B14F-4D97-AF65-F5344CB8AC3E}">
        <p14:creationId xmlns:p14="http://schemas.microsoft.com/office/powerpoint/2010/main" val="3694982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176D2-8435-708B-9C12-A2DDE33F5A48}"/>
              </a:ext>
            </a:extLst>
          </p:cNvPr>
          <p:cNvSpPr>
            <a:spLocks noGrp="1"/>
          </p:cNvSpPr>
          <p:nvPr>
            <p:ph type="title"/>
          </p:nvPr>
        </p:nvSpPr>
        <p:spPr>
          <a:xfrm>
            <a:off x="352326" y="238026"/>
            <a:ext cx="10224545" cy="676374"/>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2EC6E0C3-D357-9904-3F83-469364BF9F2C}"/>
              </a:ext>
            </a:extLst>
          </p:cNvPr>
          <p:cNvSpPr>
            <a:spLocks noGrp="1"/>
          </p:cNvSpPr>
          <p:nvPr>
            <p:ph type="dt" sz="half" idx="10"/>
          </p:nvPr>
        </p:nvSpPr>
        <p:spPr>
          <a:xfrm>
            <a:off x="352326" y="6638826"/>
            <a:ext cx="1047750" cy="219174"/>
          </a:xfrm>
        </p:spPr>
        <p:txBody>
          <a:bodyPr/>
          <a:lstStyle/>
          <a:p>
            <a:endParaRPr lang="en-US" dirty="0"/>
          </a:p>
        </p:txBody>
      </p:sp>
      <p:sp>
        <p:nvSpPr>
          <p:cNvPr id="4" name="Footer Placeholder 3">
            <a:extLst>
              <a:ext uri="{FF2B5EF4-FFF2-40B4-BE49-F238E27FC236}">
                <a16:creationId xmlns:a16="http://schemas.microsoft.com/office/drawing/2014/main" id="{646C3E44-24E0-E7EE-DC2C-D11B27C9ED31}"/>
              </a:ext>
            </a:extLst>
          </p:cNvPr>
          <p:cNvSpPr>
            <a:spLocks noGrp="1"/>
          </p:cNvSpPr>
          <p:nvPr>
            <p:ph type="ftr" sz="quarter" idx="11"/>
          </p:nvPr>
        </p:nvSpPr>
        <p:spPr>
          <a:xfrm>
            <a:off x="1600200" y="0"/>
            <a:ext cx="8991600" cy="219174"/>
          </a:xfrm>
          <a:prstGeom prst="rect">
            <a:avLst/>
          </a:prstGeom>
        </p:spPr>
        <p:txBody>
          <a:bodyPr/>
          <a:lstStyle/>
          <a:p>
            <a:endParaRPr lang="en-US" dirty="0"/>
          </a:p>
        </p:txBody>
      </p:sp>
      <p:sp>
        <p:nvSpPr>
          <p:cNvPr id="6" name="Content Placeholder 2">
            <a:extLst>
              <a:ext uri="{FF2B5EF4-FFF2-40B4-BE49-F238E27FC236}">
                <a16:creationId xmlns:a16="http://schemas.microsoft.com/office/drawing/2014/main" id="{07DD9EA8-5FFB-C9B1-1267-6671E46FBB5B}"/>
              </a:ext>
            </a:extLst>
          </p:cNvPr>
          <p:cNvSpPr>
            <a:spLocks noGrp="1"/>
          </p:cNvSpPr>
          <p:nvPr>
            <p:ph idx="1"/>
          </p:nvPr>
        </p:nvSpPr>
        <p:spPr>
          <a:xfrm>
            <a:off x="352326" y="1225691"/>
            <a:ext cx="11239500" cy="504981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5">
            <a:extLst>
              <a:ext uri="{FF2B5EF4-FFF2-40B4-BE49-F238E27FC236}">
                <a16:creationId xmlns:a16="http://schemas.microsoft.com/office/drawing/2014/main" id="{0FEDC9B2-DEFB-E449-1A1F-85E60AE319B5}"/>
              </a:ext>
            </a:extLst>
          </p:cNvPr>
          <p:cNvSpPr>
            <a:spLocks noGrp="1"/>
          </p:cNvSpPr>
          <p:nvPr>
            <p:ph type="sldNum" sz="quarter" idx="4"/>
          </p:nvPr>
        </p:nvSpPr>
        <p:spPr>
          <a:xfrm>
            <a:off x="11706126" y="6638826"/>
            <a:ext cx="485874" cy="219174"/>
          </a:xfrm>
          <a:prstGeom prst="rect">
            <a:avLst/>
          </a:prstGeom>
        </p:spPr>
        <p:txBody>
          <a:bodyPr vert="horz" lIns="91440" tIns="45720" rIns="91440" bIns="45720" rtlCol="0" anchor="ctr"/>
          <a:lstStyle>
            <a:lvl1pPr algn="ctr">
              <a:defRPr sz="1000" b="1" i="0">
                <a:solidFill>
                  <a:schemeClr val="bg2"/>
                </a:solidFill>
                <a:latin typeface="Exo 2 Semi Bold" pitchFamily="2" charset="77"/>
              </a:defRPr>
            </a:lvl1pPr>
          </a:lstStyle>
          <a:p>
            <a:fld id="{6FB6B91F-BB11-E946-B7F6-1372EDB8DEC1}" type="slidenum">
              <a:rPr lang="en-US" smtClean="0"/>
              <a:pPr/>
              <a:t>‹#›</a:t>
            </a:fld>
            <a:endParaRPr lang="en-US" dirty="0"/>
          </a:p>
        </p:txBody>
      </p:sp>
    </p:spTree>
    <p:extLst>
      <p:ext uri="{BB962C8B-B14F-4D97-AF65-F5344CB8AC3E}">
        <p14:creationId xmlns:p14="http://schemas.microsoft.com/office/powerpoint/2010/main" val="14214757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_Sub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C1A6A05-6A68-95A1-41EE-FDBA7FA90F3C}"/>
              </a:ext>
            </a:extLst>
          </p:cNvPr>
          <p:cNvSpPr/>
          <p:nvPr userDrawn="1"/>
        </p:nvSpPr>
        <p:spPr>
          <a:xfrm>
            <a:off x="0" y="914400"/>
            <a:ext cx="11696699" cy="766119"/>
          </a:xfrm>
          <a:prstGeom prst="rect">
            <a:avLst/>
          </a:prstGeom>
          <a:gradFill flip="none" rotWithShape="1">
            <a:gsLst>
              <a:gs pos="0">
                <a:schemeClr val="tx2">
                  <a:lumMod val="20000"/>
                  <a:lumOff val="80000"/>
                  <a:alpha val="0"/>
                </a:schemeClr>
              </a:gs>
              <a:gs pos="40000">
                <a:schemeClr val="tx2">
                  <a:lumMod val="20000"/>
                  <a:lumOff val="80000"/>
                  <a:alpha val="20000"/>
                </a:schemeClr>
              </a:gs>
              <a:gs pos="60000">
                <a:schemeClr val="accent1">
                  <a:alpha val="25000"/>
                </a:schemeClr>
              </a:gs>
              <a:gs pos="100000">
                <a:schemeClr val="accent1">
                  <a:alpha val="58414"/>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20000"/>
                  <a:lumOff val="80000"/>
                </a:schemeClr>
              </a:solidFill>
            </a:endParaRPr>
          </a:p>
        </p:txBody>
      </p:sp>
      <p:sp>
        <p:nvSpPr>
          <p:cNvPr id="3" name="Content Placeholder 2">
            <a:extLst>
              <a:ext uri="{FF2B5EF4-FFF2-40B4-BE49-F238E27FC236}">
                <a16:creationId xmlns:a16="http://schemas.microsoft.com/office/drawing/2014/main" id="{01F21708-074B-CB27-329D-6020CFC9800E}"/>
              </a:ext>
            </a:extLst>
          </p:cNvPr>
          <p:cNvSpPr>
            <a:spLocks noGrp="1"/>
          </p:cNvSpPr>
          <p:nvPr>
            <p:ph idx="1"/>
          </p:nvPr>
        </p:nvSpPr>
        <p:spPr>
          <a:xfrm>
            <a:off x="1037968" y="2042984"/>
            <a:ext cx="10544432" cy="42435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FE16EF4D-A4D6-628F-7773-C9A53396E25A}"/>
              </a:ext>
            </a:extLst>
          </p:cNvPr>
          <p:cNvSpPr>
            <a:spLocks noGrp="1"/>
          </p:cNvSpPr>
          <p:nvPr>
            <p:ph type="sldNum" sz="quarter" idx="12"/>
          </p:nvPr>
        </p:nvSpPr>
        <p:spPr>
          <a:xfrm>
            <a:off x="11706126" y="6638826"/>
            <a:ext cx="485874" cy="219174"/>
          </a:xfrm>
          <a:prstGeom prst="rect">
            <a:avLst/>
          </a:prstGeom>
        </p:spPr>
        <p:txBody>
          <a:bodyPr/>
          <a:lstStyle/>
          <a:p>
            <a:fld id="{6FB6B91F-BB11-E946-B7F6-1372EDB8DEC1}" type="slidenum">
              <a:rPr lang="en-US" smtClean="0"/>
              <a:t>‹#›</a:t>
            </a:fld>
            <a:endParaRPr lang="en-US" dirty="0"/>
          </a:p>
        </p:txBody>
      </p:sp>
      <p:sp>
        <p:nvSpPr>
          <p:cNvPr id="5" name="Title Placeholder 1">
            <a:extLst>
              <a:ext uri="{FF2B5EF4-FFF2-40B4-BE49-F238E27FC236}">
                <a16:creationId xmlns:a16="http://schemas.microsoft.com/office/drawing/2014/main" id="{B9BA94E1-F833-74C4-C220-979B5551CE35}"/>
              </a:ext>
            </a:extLst>
          </p:cNvPr>
          <p:cNvSpPr>
            <a:spLocks noGrp="1"/>
          </p:cNvSpPr>
          <p:nvPr>
            <p:ph type="title"/>
          </p:nvPr>
        </p:nvSpPr>
        <p:spPr>
          <a:xfrm>
            <a:off x="352326" y="238026"/>
            <a:ext cx="10224545" cy="676374"/>
          </a:xfrm>
          <a:prstGeom prst="rect">
            <a:avLst/>
          </a:prstGeom>
        </p:spPr>
        <p:txBody>
          <a:bodyPr vert="horz" lIns="0" tIns="0" rIns="0" bIns="0" rtlCol="0" anchor="ctr">
            <a:noAutofit/>
          </a:bodyPr>
          <a:lstStyle/>
          <a:p>
            <a:r>
              <a:rPr lang="en-US" dirty="0"/>
              <a:t>Click to edit Master title style</a:t>
            </a:r>
          </a:p>
        </p:txBody>
      </p:sp>
      <p:sp>
        <p:nvSpPr>
          <p:cNvPr id="11" name="Date Placeholder 3">
            <a:extLst>
              <a:ext uri="{FF2B5EF4-FFF2-40B4-BE49-F238E27FC236}">
                <a16:creationId xmlns:a16="http://schemas.microsoft.com/office/drawing/2014/main" id="{3931A2ED-36FD-2A27-0280-2BAA4BE8F151}"/>
              </a:ext>
            </a:extLst>
          </p:cNvPr>
          <p:cNvSpPr>
            <a:spLocks noGrp="1"/>
          </p:cNvSpPr>
          <p:nvPr>
            <p:ph type="dt" sz="half" idx="2"/>
          </p:nvPr>
        </p:nvSpPr>
        <p:spPr>
          <a:xfrm>
            <a:off x="342900" y="6638826"/>
            <a:ext cx="1047750" cy="228600"/>
          </a:xfrm>
          <a:prstGeom prst="rect">
            <a:avLst/>
          </a:prstGeom>
        </p:spPr>
        <p:txBody>
          <a:bodyPr vert="horz" lIns="0" tIns="0" rIns="0" bIns="0" rtlCol="0" anchor="ctr"/>
          <a:lstStyle>
            <a:lvl1pPr algn="l">
              <a:defRPr sz="1000" b="1" i="0">
                <a:solidFill>
                  <a:schemeClr val="bg2"/>
                </a:solidFill>
                <a:latin typeface="Exo 2 Semi Bold" pitchFamily="2" charset="77"/>
                <a:ea typeface="Open Sans" panose="020B0606030504020204" pitchFamily="34" charset="0"/>
                <a:cs typeface="Open Sans" panose="020B0606030504020204" pitchFamily="34" charset="0"/>
              </a:defRPr>
            </a:lvl1pPr>
          </a:lstStyle>
          <a:p>
            <a:endParaRPr lang="en-US" dirty="0"/>
          </a:p>
        </p:txBody>
      </p:sp>
      <p:sp>
        <p:nvSpPr>
          <p:cNvPr id="2" name="Footer Placeholder 4">
            <a:extLst>
              <a:ext uri="{FF2B5EF4-FFF2-40B4-BE49-F238E27FC236}">
                <a16:creationId xmlns:a16="http://schemas.microsoft.com/office/drawing/2014/main" id="{57360BF7-31E7-2BD1-4BB4-C13DCDA30168}"/>
              </a:ext>
            </a:extLst>
          </p:cNvPr>
          <p:cNvSpPr>
            <a:spLocks noGrp="1"/>
          </p:cNvSpPr>
          <p:nvPr>
            <p:ph type="ftr" sz="quarter" idx="3"/>
          </p:nvPr>
        </p:nvSpPr>
        <p:spPr>
          <a:xfrm>
            <a:off x="1600200" y="0"/>
            <a:ext cx="8991600" cy="228600"/>
          </a:xfrm>
          <a:prstGeom prst="rect">
            <a:avLst/>
          </a:prstGeom>
        </p:spPr>
        <p:txBody>
          <a:bodyPr vert="horz" lIns="0" tIns="0" rIns="0" bIns="0" rtlCol="0" anchor="ctr"/>
          <a:lstStyle>
            <a:lvl1pPr algn="ctr">
              <a:defRPr sz="900" b="0" i="0">
                <a:solidFill>
                  <a:schemeClr val="bg1"/>
                </a:solidFill>
                <a:latin typeface="+mn-lt"/>
                <a:ea typeface="Open Sans SemiBold" panose="020B0606030504020204" pitchFamily="34" charset="0"/>
                <a:cs typeface="Open Sans SemiBold" panose="020B0606030504020204" pitchFamily="34" charset="0"/>
              </a:defRPr>
            </a:lvl1pPr>
          </a:lstStyle>
          <a:p>
            <a:endParaRPr lang="en-US" dirty="0"/>
          </a:p>
        </p:txBody>
      </p:sp>
      <p:sp>
        <p:nvSpPr>
          <p:cNvPr id="8" name="Text Placeholder 7">
            <a:extLst>
              <a:ext uri="{FF2B5EF4-FFF2-40B4-BE49-F238E27FC236}">
                <a16:creationId xmlns:a16="http://schemas.microsoft.com/office/drawing/2014/main" id="{A64E1765-210E-6276-4BFF-2D655F43CC3C}"/>
              </a:ext>
            </a:extLst>
          </p:cNvPr>
          <p:cNvSpPr>
            <a:spLocks noGrp="1"/>
          </p:cNvSpPr>
          <p:nvPr>
            <p:ph type="body" sz="quarter" idx="13" hasCustomPrompt="1"/>
          </p:nvPr>
        </p:nvSpPr>
        <p:spPr>
          <a:xfrm>
            <a:off x="1037968" y="1054571"/>
            <a:ext cx="9529477" cy="485775"/>
          </a:xfrm>
        </p:spPr>
        <p:txBody>
          <a:bodyPr anchor="ct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subtitle</a:t>
            </a:r>
          </a:p>
        </p:txBody>
      </p:sp>
      <p:sp>
        <p:nvSpPr>
          <p:cNvPr id="10" name="Triangle 9">
            <a:extLst>
              <a:ext uri="{FF2B5EF4-FFF2-40B4-BE49-F238E27FC236}">
                <a16:creationId xmlns:a16="http://schemas.microsoft.com/office/drawing/2014/main" id="{E2DB5861-DC1F-274C-DB37-975429602C12}"/>
              </a:ext>
            </a:extLst>
          </p:cNvPr>
          <p:cNvSpPr/>
          <p:nvPr userDrawn="1"/>
        </p:nvSpPr>
        <p:spPr>
          <a:xfrm rot="5400000">
            <a:off x="516549" y="1150458"/>
            <a:ext cx="529826" cy="294000"/>
          </a:xfrm>
          <a:prstGeom prst="triangle">
            <a:avLst/>
          </a:prstGeom>
          <a:solidFill>
            <a:schemeClr val="tx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D9E6835A-8A89-91B3-CA12-BE90FD1FEF40}"/>
              </a:ext>
            </a:extLst>
          </p:cNvPr>
          <p:cNvSpPr/>
          <p:nvPr userDrawn="1"/>
        </p:nvSpPr>
        <p:spPr>
          <a:xfrm rot="5400000">
            <a:off x="204109" y="1150458"/>
            <a:ext cx="529826" cy="294000"/>
          </a:xfrm>
          <a:prstGeom prst="triangle">
            <a:avLst/>
          </a:prstGeom>
          <a:solidFill>
            <a:schemeClr val="tx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angle 12">
            <a:extLst>
              <a:ext uri="{FF2B5EF4-FFF2-40B4-BE49-F238E27FC236}">
                <a16:creationId xmlns:a16="http://schemas.microsoft.com/office/drawing/2014/main" id="{2FC92465-7D33-6807-71D6-C420B847E784}"/>
              </a:ext>
            </a:extLst>
          </p:cNvPr>
          <p:cNvSpPr/>
          <p:nvPr userDrawn="1"/>
        </p:nvSpPr>
        <p:spPr>
          <a:xfrm rot="5400000">
            <a:off x="-117913" y="1150458"/>
            <a:ext cx="529826" cy="294000"/>
          </a:xfrm>
          <a:prstGeom prst="triangl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65443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673ED-6FC3-240E-FD79-5C9C1B356AAC}"/>
              </a:ext>
            </a:extLst>
          </p:cNvPr>
          <p:cNvSpPr>
            <a:spLocks noGrp="1"/>
          </p:cNvSpPr>
          <p:nvPr>
            <p:ph type="title"/>
          </p:nvPr>
        </p:nvSpPr>
        <p:spPr>
          <a:xfrm>
            <a:off x="353115" y="228600"/>
            <a:ext cx="10224545" cy="68580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72311F5-00A8-177A-AD8C-C74DC54BD29A}"/>
              </a:ext>
            </a:extLst>
          </p:cNvPr>
          <p:cNvSpPr>
            <a:spLocks noGrp="1"/>
          </p:cNvSpPr>
          <p:nvPr>
            <p:ph sz="half" idx="1"/>
          </p:nvPr>
        </p:nvSpPr>
        <p:spPr>
          <a:xfrm>
            <a:off x="353113" y="1228626"/>
            <a:ext cx="5582133" cy="50673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05ABF7C-5569-F775-5910-F82732B6A132}"/>
              </a:ext>
            </a:extLst>
          </p:cNvPr>
          <p:cNvSpPr>
            <a:spLocks noGrp="1"/>
          </p:cNvSpPr>
          <p:nvPr>
            <p:ph sz="half" idx="2"/>
          </p:nvPr>
        </p:nvSpPr>
        <p:spPr>
          <a:xfrm>
            <a:off x="6247764" y="1228626"/>
            <a:ext cx="5434796" cy="506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26392EEC-0AE6-91A4-3002-A2E772C157DE}"/>
              </a:ext>
            </a:extLst>
          </p:cNvPr>
          <p:cNvSpPr>
            <a:spLocks noGrp="1"/>
          </p:cNvSpPr>
          <p:nvPr>
            <p:ph type="dt" sz="half" idx="10"/>
          </p:nvPr>
        </p:nvSpPr>
        <p:spPr>
          <a:xfrm>
            <a:off x="352326" y="6638826"/>
            <a:ext cx="1047750" cy="219174"/>
          </a:xfrm>
        </p:spPr>
        <p:txBody>
          <a:bodyPr/>
          <a:lstStyle/>
          <a:p>
            <a:endParaRPr lang="en-US" dirty="0"/>
          </a:p>
        </p:txBody>
      </p:sp>
      <p:sp>
        <p:nvSpPr>
          <p:cNvPr id="7" name="Slide Number Placeholder 6">
            <a:extLst>
              <a:ext uri="{FF2B5EF4-FFF2-40B4-BE49-F238E27FC236}">
                <a16:creationId xmlns:a16="http://schemas.microsoft.com/office/drawing/2014/main" id="{A466B168-7BCE-5553-8F95-2FA0CB174124}"/>
              </a:ext>
            </a:extLst>
          </p:cNvPr>
          <p:cNvSpPr>
            <a:spLocks noGrp="1"/>
          </p:cNvSpPr>
          <p:nvPr>
            <p:ph type="sldNum" sz="quarter" idx="12"/>
          </p:nvPr>
        </p:nvSpPr>
        <p:spPr>
          <a:xfrm>
            <a:off x="11706126" y="6638826"/>
            <a:ext cx="485874" cy="219174"/>
          </a:xfrm>
          <a:prstGeom prst="rect">
            <a:avLst/>
          </a:prstGeom>
        </p:spPr>
        <p:txBody>
          <a:bodyPr/>
          <a:lstStyle/>
          <a:p>
            <a:fld id="{6FB6B91F-BB11-E946-B7F6-1372EDB8DEC1}" type="slidenum">
              <a:rPr lang="en-US" smtClean="0"/>
              <a:t>‹#›</a:t>
            </a:fld>
            <a:endParaRPr lang="en-US"/>
          </a:p>
        </p:txBody>
      </p:sp>
      <p:sp>
        <p:nvSpPr>
          <p:cNvPr id="8" name="Footer Placeholder 4">
            <a:extLst>
              <a:ext uri="{FF2B5EF4-FFF2-40B4-BE49-F238E27FC236}">
                <a16:creationId xmlns:a16="http://schemas.microsoft.com/office/drawing/2014/main" id="{A0E8E0A0-EBA5-FCE8-DB05-AE9091399426}"/>
              </a:ext>
            </a:extLst>
          </p:cNvPr>
          <p:cNvSpPr>
            <a:spLocks noGrp="1"/>
          </p:cNvSpPr>
          <p:nvPr>
            <p:ph type="ftr" sz="quarter" idx="3"/>
          </p:nvPr>
        </p:nvSpPr>
        <p:spPr>
          <a:xfrm>
            <a:off x="1600200" y="0"/>
            <a:ext cx="8991600" cy="219174"/>
          </a:xfrm>
          <a:prstGeom prst="rect">
            <a:avLst/>
          </a:prstGeom>
        </p:spPr>
        <p:txBody>
          <a:bodyPr vert="horz" lIns="0" tIns="0" rIns="0" bIns="0" rtlCol="0" anchor="ctr"/>
          <a:lstStyle>
            <a:lvl1pPr algn="ctr">
              <a:defRPr sz="900" b="0" i="0">
                <a:solidFill>
                  <a:schemeClr val="bg1"/>
                </a:solidFill>
                <a:latin typeface="+mn-lt"/>
                <a:ea typeface="Open Sans SemiBold" panose="020B0606030504020204" pitchFamily="34" charset="0"/>
                <a:cs typeface="Open Sans SemiBold" panose="020B0606030504020204" pitchFamily="34" charset="0"/>
              </a:defRPr>
            </a:lvl1pPr>
          </a:lstStyle>
          <a:p>
            <a:endParaRPr lang="en-US" dirty="0"/>
          </a:p>
        </p:txBody>
      </p:sp>
    </p:spTree>
    <p:extLst>
      <p:ext uri="{BB962C8B-B14F-4D97-AF65-F5344CB8AC3E}">
        <p14:creationId xmlns:p14="http://schemas.microsoft.com/office/powerpoint/2010/main" val="21720583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_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05598EE-734B-7927-A9F9-59E746C06745}"/>
              </a:ext>
            </a:extLst>
          </p:cNvPr>
          <p:cNvSpPr>
            <a:spLocks noGrp="1"/>
          </p:cNvSpPr>
          <p:nvPr>
            <p:ph type="body" idx="1"/>
          </p:nvPr>
        </p:nvSpPr>
        <p:spPr>
          <a:xfrm>
            <a:off x="356400" y="1062682"/>
            <a:ext cx="5502275" cy="749842"/>
          </a:xfrm>
        </p:spPr>
        <p:txBody>
          <a:bodyPr anchor="b">
            <a:noAutofit/>
          </a:bodyPr>
          <a:lstStyle>
            <a:lvl1pPr marL="0" indent="0">
              <a:buNone/>
              <a:defRPr sz="2400" b="1" i="0">
                <a:solidFill>
                  <a:schemeClr val="bg2"/>
                </a:solidFill>
                <a:latin typeface="Open Sans SemiBold" panose="020B0606030504020204" pitchFamily="34" charset="0"/>
                <a:ea typeface="Open Sans SemiBold" panose="020B0606030504020204" pitchFamily="34" charset="0"/>
                <a:cs typeface="Open Sans SemiBold" panose="020B06060305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CA79ED-631A-4038-CD24-1318D135B013}"/>
              </a:ext>
            </a:extLst>
          </p:cNvPr>
          <p:cNvSpPr>
            <a:spLocks noGrp="1"/>
          </p:cNvSpPr>
          <p:nvPr>
            <p:ph sz="half" idx="2"/>
          </p:nvPr>
        </p:nvSpPr>
        <p:spPr>
          <a:xfrm>
            <a:off x="351687" y="1995160"/>
            <a:ext cx="5502275" cy="429854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9B22261-E334-48E8-A5C2-10C4156C0D98}"/>
              </a:ext>
            </a:extLst>
          </p:cNvPr>
          <p:cNvSpPr>
            <a:spLocks noGrp="1"/>
          </p:cNvSpPr>
          <p:nvPr>
            <p:ph type="body" sz="quarter" idx="3"/>
          </p:nvPr>
        </p:nvSpPr>
        <p:spPr>
          <a:xfrm>
            <a:off x="6102750" y="1062682"/>
            <a:ext cx="5410200" cy="749842"/>
          </a:xfrm>
        </p:spPr>
        <p:txBody>
          <a:bodyPr anchor="b">
            <a:noAutofit/>
          </a:bodyPr>
          <a:lstStyle>
            <a:lvl1pPr marL="0" indent="0">
              <a:buNone/>
              <a:defRPr sz="2400" b="1" i="0">
                <a:solidFill>
                  <a:schemeClr val="bg2"/>
                </a:solidFill>
                <a:latin typeface="Open Sans SemiBold" panose="020B0606030504020204" pitchFamily="34" charset="0"/>
                <a:ea typeface="Open Sans SemiBold" panose="020B0606030504020204" pitchFamily="34" charset="0"/>
                <a:cs typeface="Open Sans SemiBold" panose="020B06060305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E52312-4529-7366-8A26-B3D48C92DCCC}"/>
              </a:ext>
            </a:extLst>
          </p:cNvPr>
          <p:cNvSpPr>
            <a:spLocks noGrp="1"/>
          </p:cNvSpPr>
          <p:nvPr>
            <p:ph sz="quarter" idx="4"/>
          </p:nvPr>
        </p:nvSpPr>
        <p:spPr>
          <a:xfrm>
            <a:off x="6102750" y="1995160"/>
            <a:ext cx="5410200" cy="42985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82D12A-DDF5-F9C7-183F-B0D4053783BA}"/>
              </a:ext>
            </a:extLst>
          </p:cNvPr>
          <p:cNvSpPr>
            <a:spLocks noGrp="1"/>
          </p:cNvSpPr>
          <p:nvPr>
            <p:ph type="dt" sz="half" idx="10"/>
          </p:nvPr>
        </p:nvSpPr>
        <p:spPr>
          <a:xfrm>
            <a:off x="352326" y="6638826"/>
            <a:ext cx="1047750" cy="219174"/>
          </a:xfrm>
        </p:spPr>
        <p:txBody>
          <a:bodyPr/>
          <a:lstStyle/>
          <a:p>
            <a:endParaRPr lang="en-US" dirty="0"/>
          </a:p>
        </p:txBody>
      </p:sp>
      <p:sp>
        <p:nvSpPr>
          <p:cNvPr id="9" name="Slide Number Placeholder 8">
            <a:extLst>
              <a:ext uri="{FF2B5EF4-FFF2-40B4-BE49-F238E27FC236}">
                <a16:creationId xmlns:a16="http://schemas.microsoft.com/office/drawing/2014/main" id="{531B7175-61AA-514B-24D4-5450A47E2C66}"/>
              </a:ext>
            </a:extLst>
          </p:cNvPr>
          <p:cNvSpPr>
            <a:spLocks noGrp="1"/>
          </p:cNvSpPr>
          <p:nvPr>
            <p:ph type="sldNum" sz="quarter" idx="12"/>
          </p:nvPr>
        </p:nvSpPr>
        <p:spPr>
          <a:xfrm>
            <a:off x="11706126" y="6638826"/>
            <a:ext cx="485874" cy="219174"/>
          </a:xfrm>
          <a:prstGeom prst="rect">
            <a:avLst/>
          </a:prstGeom>
        </p:spPr>
        <p:txBody>
          <a:bodyPr/>
          <a:lstStyle/>
          <a:p>
            <a:fld id="{6FB6B91F-BB11-E946-B7F6-1372EDB8DEC1}" type="slidenum">
              <a:rPr lang="en-US" smtClean="0"/>
              <a:t>‹#›</a:t>
            </a:fld>
            <a:endParaRPr lang="en-US"/>
          </a:p>
        </p:txBody>
      </p:sp>
      <p:sp>
        <p:nvSpPr>
          <p:cNvPr id="8" name="Title Placeholder 1">
            <a:extLst>
              <a:ext uri="{FF2B5EF4-FFF2-40B4-BE49-F238E27FC236}">
                <a16:creationId xmlns:a16="http://schemas.microsoft.com/office/drawing/2014/main" id="{78A3E416-B7DC-9289-0F71-02C0E72CE741}"/>
              </a:ext>
            </a:extLst>
          </p:cNvPr>
          <p:cNvSpPr>
            <a:spLocks noGrp="1"/>
          </p:cNvSpPr>
          <p:nvPr>
            <p:ph type="title"/>
          </p:nvPr>
        </p:nvSpPr>
        <p:spPr>
          <a:xfrm>
            <a:off x="353115" y="228600"/>
            <a:ext cx="10224545" cy="685800"/>
          </a:xfrm>
          <a:prstGeom prst="rect">
            <a:avLst/>
          </a:prstGeom>
        </p:spPr>
        <p:txBody>
          <a:bodyPr vert="horz" lIns="0" tIns="0" rIns="0" bIns="0" rtlCol="0" anchor="ctr">
            <a:noAutofit/>
          </a:bodyPr>
          <a:lstStyle/>
          <a:p>
            <a:r>
              <a:rPr lang="en-US" dirty="0"/>
              <a:t>Click to edit Master title style</a:t>
            </a:r>
          </a:p>
        </p:txBody>
      </p:sp>
      <p:sp>
        <p:nvSpPr>
          <p:cNvPr id="2" name="Footer Placeholder 4">
            <a:extLst>
              <a:ext uri="{FF2B5EF4-FFF2-40B4-BE49-F238E27FC236}">
                <a16:creationId xmlns:a16="http://schemas.microsoft.com/office/drawing/2014/main" id="{77E5878A-1552-B223-F43B-5038DE4B26D8}"/>
              </a:ext>
            </a:extLst>
          </p:cNvPr>
          <p:cNvSpPr>
            <a:spLocks noGrp="1"/>
          </p:cNvSpPr>
          <p:nvPr>
            <p:ph type="ftr" sz="quarter" idx="13"/>
          </p:nvPr>
        </p:nvSpPr>
        <p:spPr>
          <a:xfrm>
            <a:off x="1600200" y="0"/>
            <a:ext cx="8991600" cy="219174"/>
          </a:xfrm>
          <a:prstGeom prst="rect">
            <a:avLst/>
          </a:prstGeom>
        </p:spPr>
        <p:txBody>
          <a:bodyPr vert="horz" lIns="0" tIns="0" rIns="0" bIns="0" rtlCol="0" anchor="ctr"/>
          <a:lstStyle>
            <a:lvl1pPr algn="ctr">
              <a:defRPr sz="900" b="0" i="0">
                <a:solidFill>
                  <a:schemeClr val="bg1"/>
                </a:solidFill>
                <a:latin typeface="+mn-lt"/>
                <a:ea typeface="Open Sans SemiBold" panose="020B0606030504020204" pitchFamily="34" charset="0"/>
                <a:cs typeface="Open Sans SemiBold" panose="020B0606030504020204" pitchFamily="34" charset="0"/>
              </a:defRPr>
            </a:lvl1pPr>
          </a:lstStyle>
          <a:p>
            <a:endParaRPr lang="en-US" dirty="0"/>
          </a:p>
        </p:txBody>
      </p:sp>
    </p:spTree>
    <p:extLst>
      <p:ext uri="{BB962C8B-B14F-4D97-AF65-F5344CB8AC3E}">
        <p14:creationId xmlns:p14="http://schemas.microsoft.com/office/powerpoint/2010/main" val="19301596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28DD55A-0C34-DF81-43F5-9E311C53B0FA}"/>
              </a:ext>
            </a:extLst>
          </p:cNvPr>
          <p:cNvSpPr>
            <a:spLocks noGrp="1"/>
          </p:cNvSpPr>
          <p:nvPr>
            <p:ph type="sldNum" sz="quarter" idx="12"/>
          </p:nvPr>
        </p:nvSpPr>
        <p:spPr>
          <a:xfrm>
            <a:off x="11706126" y="6638826"/>
            <a:ext cx="485874" cy="219174"/>
          </a:xfrm>
          <a:prstGeom prst="rect">
            <a:avLst/>
          </a:prstGeom>
        </p:spPr>
        <p:txBody>
          <a:bodyPr/>
          <a:lstStyle/>
          <a:p>
            <a:fld id="{6FB6B91F-BB11-E946-B7F6-1372EDB8DEC1}" type="slidenum">
              <a:rPr lang="en-US" smtClean="0"/>
              <a:t>‹#›</a:t>
            </a:fld>
            <a:endParaRPr lang="en-US"/>
          </a:p>
        </p:txBody>
      </p:sp>
      <p:sp>
        <p:nvSpPr>
          <p:cNvPr id="4" name="Title Placeholder 1">
            <a:extLst>
              <a:ext uri="{FF2B5EF4-FFF2-40B4-BE49-F238E27FC236}">
                <a16:creationId xmlns:a16="http://schemas.microsoft.com/office/drawing/2014/main" id="{DA478EFB-CB01-5D7C-25EB-8FE3C542E237}"/>
              </a:ext>
            </a:extLst>
          </p:cNvPr>
          <p:cNvSpPr>
            <a:spLocks noGrp="1"/>
          </p:cNvSpPr>
          <p:nvPr>
            <p:ph type="title"/>
          </p:nvPr>
        </p:nvSpPr>
        <p:spPr>
          <a:xfrm>
            <a:off x="353115" y="228600"/>
            <a:ext cx="10224545" cy="685800"/>
          </a:xfrm>
          <a:prstGeom prst="rect">
            <a:avLst/>
          </a:prstGeom>
        </p:spPr>
        <p:txBody>
          <a:bodyPr vert="horz" lIns="0" tIns="0" rIns="0" bIns="0" rtlCol="0" anchor="ctr">
            <a:noAutofit/>
          </a:bodyPr>
          <a:lstStyle/>
          <a:p>
            <a:r>
              <a:rPr lang="en-US" dirty="0"/>
              <a:t>Click to edit Master title style</a:t>
            </a:r>
          </a:p>
        </p:txBody>
      </p:sp>
      <p:sp>
        <p:nvSpPr>
          <p:cNvPr id="6" name="Date Placeholder 6">
            <a:extLst>
              <a:ext uri="{FF2B5EF4-FFF2-40B4-BE49-F238E27FC236}">
                <a16:creationId xmlns:a16="http://schemas.microsoft.com/office/drawing/2014/main" id="{B2AFD62A-76F2-FED8-00D7-9815E827E263}"/>
              </a:ext>
            </a:extLst>
          </p:cNvPr>
          <p:cNvSpPr>
            <a:spLocks noGrp="1"/>
          </p:cNvSpPr>
          <p:nvPr>
            <p:ph type="dt" sz="half" idx="10"/>
          </p:nvPr>
        </p:nvSpPr>
        <p:spPr>
          <a:xfrm>
            <a:off x="352326" y="6638826"/>
            <a:ext cx="1047750" cy="219174"/>
          </a:xfrm>
        </p:spPr>
        <p:txBody>
          <a:bodyPr/>
          <a:lstStyle/>
          <a:p>
            <a:endParaRPr lang="en-US" dirty="0"/>
          </a:p>
        </p:txBody>
      </p:sp>
      <p:sp>
        <p:nvSpPr>
          <p:cNvPr id="7" name="Footer Placeholder 4">
            <a:extLst>
              <a:ext uri="{FF2B5EF4-FFF2-40B4-BE49-F238E27FC236}">
                <a16:creationId xmlns:a16="http://schemas.microsoft.com/office/drawing/2014/main" id="{97D803D6-673A-5DDE-DFD1-A8CEB560F86A}"/>
              </a:ext>
            </a:extLst>
          </p:cNvPr>
          <p:cNvSpPr>
            <a:spLocks noGrp="1"/>
          </p:cNvSpPr>
          <p:nvPr>
            <p:ph type="ftr" sz="quarter" idx="13"/>
          </p:nvPr>
        </p:nvSpPr>
        <p:spPr>
          <a:xfrm>
            <a:off x="1600200" y="0"/>
            <a:ext cx="8991600" cy="219174"/>
          </a:xfrm>
          <a:prstGeom prst="rect">
            <a:avLst/>
          </a:prstGeom>
        </p:spPr>
        <p:txBody>
          <a:bodyPr vert="horz" lIns="0" tIns="0" rIns="0" bIns="0" rtlCol="0" anchor="ctr"/>
          <a:lstStyle>
            <a:lvl1pPr algn="ctr">
              <a:defRPr sz="900" b="0" i="0">
                <a:solidFill>
                  <a:schemeClr val="bg1"/>
                </a:solidFill>
                <a:latin typeface="+mn-lt"/>
                <a:ea typeface="Open Sans SemiBold" panose="020B0606030504020204" pitchFamily="34" charset="0"/>
                <a:cs typeface="Open Sans SemiBold" panose="020B0606030504020204" pitchFamily="34" charset="0"/>
              </a:defRPr>
            </a:lvl1pPr>
          </a:lstStyle>
          <a:p>
            <a:endParaRPr lang="en-US" dirty="0"/>
          </a:p>
        </p:txBody>
      </p:sp>
    </p:spTree>
    <p:extLst>
      <p:ext uri="{BB962C8B-B14F-4D97-AF65-F5344CB8AC3E}">
        <p14:creationId xmlns:p14="http://schemas.microsoft.com/office/powerpoint/2010/main" val="18947077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28DD55A-0C34-DF81-43F5-9E311C53B0FA}"/>
              </a:ext>
            </a:extLst>
          </p:cNvPr>
          <p:cNvSpPr>
            <a:spLocks noGrp="1"/>
          </p:cNvSpPr>
          <p:nvPr>
            <p:ph type="sldNum" sz="quarter" idx="12"/>
          </p:nvPr>
        </p:nvSpPr>
        <p:spPr>
          <a:xfrm>
            <a:off x="11706126" y="6638826"/>
            <a:ext cx="485874" cy="219174"/>
          </a:xfrm>
          <a:prstGeom prst="rect">
            <a:avLst/>
          </a:prstGeom>
        </p:spPr>
        <p:txBody>
          <a:bodyPr/>
          <a:lstStyle/>
          <a:p>
            <a:fld id="{6FB6B91F-BB11-E946-B7F6-1372EDB8DEC1}" type="slidenum">
              <a:rPr lang="en-US" smtClean="0"/>
              <a:t>‹#›</a:t>
            </a:fld>
            <a:endParaRPr lang="en-US"/>
          </a:p>
        </p:txBody>
      </p:sp>
      <p:sp>
        <p:nvSpPr>
          <p:cNvPr id="4" name="Date Placeholder 6">
            <a:extLst>
              <a:ext uri="{FF2B5EF4-FFF2-40B4-BE49-F238E27FC236}">
                <a16:creationId xmlns:a16="http://schemas.microsoft.com/office/drawing/2014/main" id="{DC167D27-96EB-70A9-C8AE-F79AD23D02F4}"/>
              </a:ext>
            </a:extLst>
          </p:cNvPr>
          <p:cNvSpPr>
            <a:spLocks noGrp="1"/>
          </p:cNvSpPr>
          <p:nvPr>
            <p:ph type="dt" sz="half" idx="10"/>
          </p:nvPr>
        </p:nvSpPr>
        <p:spPr>
          <a:xfrm>
            <a:off x="352326" y="6638826"/>
            <a:ext cx="1047750" cy="219174"/>
          </a:xfrm>
        </p:spPr>
        <p:txBody>
          <a:bodyPr/>
          <a:lstStyle/>
          <a:p>
            <a:endParaRPr lang="en-US" dirty="0"/>
          </a:p>
        </p:txBody>
      </p:sp>
      <p:sp>
        <p:nvSpPr>
          <p:cNvPr id="6" name="Footer Placeholder 4">
            <a:extLst>
              <a:ext uri="{FF2B5EF4-FFF2-40B4-BE49-F238E27FC236}">
                <a16:creationId xmlns:a16="http://schemas.microsoft.com/office/drawing/2014/main" id="{F8A00B1E-82F2-53D3-6036-9B46FBE71C09}"/>
              </a:ext>
            </a:extLst>
          </p:cNvPr>
          <p:cNvSpPr>
            <a:spLocks noGrp="1"/>
          </p:cNvSpPr>
          <p:nvPr>
            <p:ph type="ftr" sz="quarter" idx="13"/>
          </p:nvPr>
        </p:nvSpPr>
        <p:spPr>
          <a:xfrm>
            <a:off x="1600200" y="0"/>
            <a:ext cx="8991600" cy="219174"/>
          </a:xfrm>
          <a:prstGeom prst="rect">
            <a:avLst/>
          </a:prstGeom>
        </p:spPr>
        <p:txBody>
          <a:bodyPr vert="horz" lIns="0" tIns="0" rIns="0" bIns="0" rtlCol="0" anchor="ctr"/>
          <a:lstStyle>
            <a:lvl1pPr algn="ctr">
              <a:defRPr sz="900" b="0" i="0">
                <a:solidFill>
                  <a:schemeClr val="bg1"/>
                </a:solidFill>
                <a:latin typeface="+mn-lt"/>
                <a:ea typeface="Open Sans SemiBold" panose="020B0606030504020204" pitchFamily="34" charset="0"/>
                <a:cs typeface="Open Sans SemiBold" panose="020B0606030504020204" pitchFamily="34" charset="0"/>
              </a:defRPr>
            </a:lvl1pPr>
          </a:lstStyle>
          <a:p>
            <a:endParaRPr lang="en-US" dirty="0"/>
          </a:p>
        </p:txBody>
      </p:sp>
    </p:spTree>
    <p:extLst>
      <p:ext uri="{BB962C8B-B14F-4D97-AF65-F5344CB8AC3E}">
        <p14:creationId xmlns:p14="http://schemas.microsoft.com/office/powerpoint/2010/main" val="269264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image" Target="../media/image2.png"/><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image" Target="../media/image1.jpeg"/><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theme" Target="../theme/theme2.xml"/><Relationship Id="rId5" Type="http://schemas.openxmlformats.org/officeDocument/2006/relationships/slideLayout" Target="../slideLayouts/slideLayout14.xml"/><Relationship Id="rId15" Type="http://schemas.openxmlformats.org/officeDocument/2006/relationships/image" Target="../media/image10.emf"/><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51" name="Picture 50">
            <a:extLst>
              <a:ext uri="{FF2B5EF4-FFF2-40B4-BE49-F238E27FC236}">
                <a16:creationId xmlns:a16="http://schemas.microsoft.com/office/drawing/2014/main" id="{3BEAAE65-DB30-3E9B-C7B2-88F7ACE23F4A}"/>
              </a:ext>
            </a:extLst>
          </p:cNvPr>
          <p:cNvPicPr>
            <a:picLocks noChangeAspect="1"/>
          </p:cNvPicPr>
          <p:nvPr/>
        </p:nvPicPr>
        <p:blipFill rotWithShape="1">
          <a:blip r:embed="rId12" cstate="print">
            <a:extLst>
              <a:ext uri="{28A0092B-C50C-407E-A947-70E740481C1C}">
                <a14:useLocalDpi xmlns:a14="http://schemas.microsoft.com/office/drawing/2010/main"/>
              </a:ext>
            </a:extLst>
          </a:blip>
          <a:srcRect/>
          <a:stretch/>
        </p:blipFill>
        <p:spPr>
          <a:xfrm>
            <a:off x="11298936" y="6483096"/>
            <a:ext cx="893064" cy="374904"/>
          </a:xfrm>
          <a:prstGeom prst="rect">
            <a:avLst/>
          </a:prstGeom>
        </p:spPr>
      </p:pic>
      <p:sp>
        <p:nvSpPr>
          <p:cNvPr id="2" name="Title Placeholder 1">
            <a:extLst>
              <a:ext uri="{FF2B5EF4-FFF2-40B4-BE49-F238E27FC236}">
                <a16:creationId xmlns:a16="http://schemas.microsoft.com/office/drawing/2014/main" id="{AAC8B33F-B679-0A95-7EA1-D24ED89820CE}"/>
              </a:ext>
            </a:extLst>
          </p:cNvPr>
          <p:cNvSpPr>
            <a:spLocks noGrp="1"/>
          </p:cNvSpPr>
          <p:nvPr>
            <p:ph type="title"/>
          </p:nvPr>
        </p:nvSpPr>
        <p:spPr>
          <a:xfrm>
            <a:off x="352326" y="238026"/>
            <a:ext cx="10224545" cy="676374"/>
          </a:xfrm>
          <a:prstGeom prst="rect">
            <a:avLst/>
          </a:prstGeom>
        </p:spPr>
        <p:txBody>
          <a:bodyPr vert="horz" lIns="0" tIns="0" rIns="0" bIns="0" rtlCol="0" anchor="ctr">
            <a:noAutofit/>
          </a:bodyPr>
          <a:lstStyle/>
          <a:p>
            <a:r>
              <a:rPr lang="en-US" dirty="0"/>
              <a:t>Click to edit Master title</a:t>
            </a:r>
          </a:p>
        </p:txBody>
      </p:sp>
      <p:sp>
        <p:nvSpPr>
          <p:cNvPr id="3" name="Text Placeholder 2">
            <a:extLst>
              <a:ext uri="{FF2B5EF4-FFF2-40B4-BE49-F238E27FC236}">
                <a16:creationId xmlns:a16="http://schemas.microsoft.com/office/drawing/2014/main" id="{13EF4DAD-B0D7-7273-0B9E-980C44A17CDD}"/>
              </a:ext>
            </a:extLst>
          </p:cNvPr>
          <p:cNvSpPr>
            <a:spLocks noGrp="1"/>
          </p:cNvSpPr>
          <p:nvPr>
            <p:ph type="body" idx="1"/>
          </p:nvPr>
        </p:nvSpPr>
        <p:spPr>
          <a:xfrm>
            <a:off x="352326" y="1227262"/>
            <a:ext cx="11239500" cy="50592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72ADA91-6050-8AEB-75E0-102C5DDBC41C}"/>
              </a:ext>
            </a:extLst>
          </p:cNvPr>
          <p:cNvSpPr>
            <a:spLocks noGrp="1"/>
          </p:cNvSpPr>
          <p:nvPr>
            <p:ph type="dt" sz="half" idx="2"/>
          </p:nvPr>
        </p:nvSpPr>
        <p:spPr>
          <a:xfrm>
            <a:off x="352326" y="6634113"/>
            <a:ext cx="1047750" cy="219174"/>
          </a:xfrm>
          <a:prstGeom prst="rect">
            <a:avLst/>
          </a:prstGeom>
        </p:spPr>
        <p:txBody>
          <a:bodyPr vert="horz" lIns="0" tIns="0" rIns="0" bIns="0" rtlCol="0" anchor="ctr"/>
          <a:lstStyle>
            <a:lvl1pPr algn="l">
              <a:defRPr sz="1000" b="1" i="0">
                <a:solidFill>
                  <a:schemeClr val="bg2"/>
                </a:solidFill>
                <a:latin typeface="Exo 2 Semi Bold" pitchFamily="2" charset="77"/>
                <a:ea typeface="Open Sans" panose="020B0606030504020204" pitchFamily="34" charset="0"/>
                <a:cs typeface="Open Sans" panose="020B0606030504020204" pitchFamily="34" charset="0"/>
              </a:defRPr>
            </a:lvl1pPr>
          </a:lstStyle>
          <a:p>
            <a:endParaRPr lang="en-US" dirty="0"/>
          </a:p>
        </p:txBody>
      </p:sp>
      <p:sp>
        <p:nvSpPr>
          <p:cNvPr id="5" name="Footer Placeholder 4">
            <a:extLst>
              <a:ext uri="{FF2B5EF4-FFF2-40B4-BE49-F238E27FC236}">
                <a16:creationId xmlns:a16="http://schemas.microsoft.com/office/drawing/2014/main" id="{FD72EF1B-4646-6E00-A89E-1C0F88866C41}"/>
              </a:ext>
            </a:extLst>
          </p:cNvPr>
          <p:cNvSpPr>
            <a:spLocks noGrp="1"/>
          </p:cNvSpPr>
          <p:nvPr>
            <p:ph type="ftr" sz="quarter" idx="3"/>
          </p:nvPr>
        </p:nvSpPr>
        <p:spPr>
          <a:xfrm>
            <a:off x="1600200" y="0"/>
            <a:ext cx="8991600" cy="219174"/>
          </a:xfrm>
          <a:prstGeom prst="rect">
            <a:avLst/>
          </a:prstGeom>
        </p:spPr>
        <p:txBody>
          <a:bodyPr vert="horz" lIns="0" tIns="0" rIns="0" bIns="0" rtlCol="0" anchor="ctr"/>
          <a:lstStyle>
            <a:lvl1pPr marL="0" marR="0" indent="0" algn="ctr" defTabSz="914400" rtl="0" eaLnBrk="1" fontAlgn="auto" latinLnBrk="0" hangingPunct="1">
              <a:lnSpc>
                <a:spcPct val="100000"/>
              </a:lnSpc>
              <a:spcBef>
                <a:spcPts val="0"/>
              </a:spcBef>
              <a:spcAft>
                <a:spcPts val="0"/>
              </a:spcAft>
              <a:buClrTx/>
              <a:buSzTx/>
              <a:buFontTx/>
              <a:buNone/>
              <a:tabLst/>
              <a:defRPr sz="900" b="0" i="0">
                <a:solidFill>
                  <a:schemeClr val="bg1"/>
                </a:solidFill>
                <a:latin typeface="+mn-lt"/>
                <a:ea typeface="Open Sans SemiBold" panose="020B0606030504020204" pitchFamily="34" charset="0"/>
                <a:cs typeface="Open Sans SemiBold" panose="020B0606030504020204" pitchFamily="34" charset="0"/>
              </a:defRPr>
            </a:lvl1pPr>
          </a:lstStyle>
          <a:p>
            <a:r>
              <a:rPr lang="en-US" dirty="0"/>
              <a:t>CLICK TO EDIT CONTROL MARKING//CATEGORY</a:t>
            </a:r>
          </a:p>
        </p:txBody>
      </p:sp>
      <p:pic>
        <p:nvPicPr>
          <p:cNvPr id="52" name="Picture 51">
            <a:extLst>
              <a:ext uri="{FF2B5EF4-FFF2-40B4-BE49-F238E27FC236}">
                <a16:creationId xmlns:a16="http://schemas.microsoft.com/office/drawing/2014/main" id="{595B480F-57BC-AAE4-E8B1-8E74194E0AF7}"/>
              </a:ext>
            </a:extLst>
          </p:cNvPr>
          <p:cNvPicPr>
            <a:picLocks noChangeAspect="1"/>
          </p:cNvPicPr>
          <p:nvPr/>
        </p:nvPicPr>
        <p:blipFill rotWithShape="1">
          <a:blip r:embed="rId13" cstate="print">
            <a:extLst>
              <a:ext uri="{28A0092B-C50C-407E-A947-70E740481C1C}">
                <a14:useLocalDpi xmlns:a14="http://schemas.microsoft.com/office/drawing/2010/main"/>
              </a:ext>
            </a:extLst>
          </a:blip>
          <a:srcRect/>
          <a:stretch/>
        </p:blipFill>
        <p:spPr>
          <a:xfrm>
            <a:off x="11146536" y="0"/>
            <a:ext cx="1045464" cy="1941576"/>
          </a:xfrm>
          <a:prstGeom prst="rect">
            <a:avLst/>
          </a:prstGeom>
        </p:spPr>
      </p:pic>
      <p:sp>
        <p:nvSpPr>
          <p:cNvPr id="7" name="Slide Number Placeholder 5">
            <a:extLst>
              <a:ext uri="{FF2B5EF4-FFF2-40B4-BE49-F238E27FC236}">
                <a16:creationId xmlns:a16="http://schemas.microsoft.com/office/drawing/2014/main" id="{AECF45F2-A7DC-3969-B1B1-7C78B77CE94D}"/>
              </a:ext>
            </a:extLst>
          </p:cNvPr>
          <p:cNvSpPr>
            <a:spLocks noGrp="1"/>
          </p:cNvSpPr>
          <p:nvPr>
            <p:ph type="sldNum" sz="quarter" idx="4"/>
          </p:nvPr>
        </p:nvSpPr>
        <p:spPr>
          <a:xfrm>
            <a:off x="11706126" y="6638826"/>
            <a:ext cx="485874" cy="219174"/>
          </a:xfrm>
          <a:prstGeom prst="rect">
            <a:avLst/>
          </a:prstGeom>
        </p:spPr>
        <p:txBody>
          <a:bodyPr vert="horz" lIns="91440" tIns="45720" rIns="91440" bIns="45720" rtlCol="0" anchor="ctr"/>
          <a:lstStyle>
            <a:lvl1pPr algn="ctr">
              <a:defRPr sz="1000" b="1" i="0">
                <a:solidFill>
                  <a:schemeClr val="bg2"/>
                </a:solidFill>
                <a:latin typeface="Exo 2 Semi Bold" pitchFamily="2" charset="77"/>
              </a:defRPr>
            </a:lvl1pPr>
          </a:lstStyle>
          <a:p>
            <a:fld id="{6FB6B91F-BB11-E946-B7F6-1372EDB8DEC1}" type="slidenum">
              <a:rPr lang="en-US" smtClean="0"/>
              <a:pPr/>
              <a:t>‹#›</a:t>
            </a:fld>
            <a:endParaRPr lang="en-US" dirty="0"/>
          </a:p>
        </p:txBody>
      </p:sp>
    </p:spTree>
    <p:extLst>
      <p:ext uri="{BB962C8B-B14F-4D97-AF65-F5344CB8AC3E}">
        <p14:creationId xmlns:p14="http://schemas.microsoft.com/office/powerpoint/2010/main" val="2950539206"/>
      </p:ext>
    </p:extLst>
  </p:cSld>
  <p:clrMap bg1="dk1" tx1="lt1" bg2="dk2" tx2="lt2" accent1="accent1" accent2="accent2" accent3="accent3" accent4="accent4" accent5="accent5" accent6="accent6" hlink="hlink" folHlink="folHlink"/>
  <p:sldLayoutIdLst>
    <p:sldLayoutId id="2147483700" r:id="rId1"/>
    <p:sldLayoutId id="2147483711" r:id="rId2"/>
    <p:sldLayoutId id="2147483710" r:id="rId3"/>
    <p:sldLayoutId id="2147483715" r:id="rId4"/>
    <p:sldLayoutId id="2147483714" r:id="rId5"/>
    <p:sldLayoutId id="2147483706" r:id="rId6"/>
    <p:sldLayoutId id="2147483707" r:id="rId7"/>
    <p:sldLayoutId id="2147483708" r:id="rId8"/>
    <p:sldLayoutId id="2147483709" r:id="rId9"/>
  </p:sldLayoutIdLst>
  <p:hf hdr="0" ftr="0" dt="0"/>
  <p:txStyles>
    <p:titleStyle>
      <a:lvl1pPr algn="l" defTabSz="914400" rtl="0" eaLnBrk="1" latinLnBrk="0" hangingPunct="1">
        <a:lnSpc>
          <a:spcPct val="90000"/>
        </a:lnSpc>
        <a:spcBef>
          <a:spcPct val="0"/>
        </a:spcBef>
        <a:buNone/>
        <a:defRPr sz="2800" kern="1200" cap="all" baseline="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100000"/>
        </a:lnSpc>
        <a:spcBef>
          <a:spcPts val="600"/>
        </a:spcBef>
        <a:spcAft>
          <a:spcPts val="600"/>
        </a:spcAft>
        <a:buClr>
          <a:schemeClr val="accent1"/>
        </a:buClr>
        <a:buFont typeface="Arial" panose="020B0604020202020204" pitchFamily="34" charset="0"/>
        <a:buChar char="•"/>
        <a:defRPr sz="2000" kern="1200">
          <a:solidFill>
            <a:schemeClr val="bg1"/>
          </a:solidFill>
          <a:latin typeface="+mn-lt"/>
          <a:ea typeface="+mn-ea"/>
          <a:cs typeface="+mn-cs"/>
        </a:defRPr>
      </a:lvl1pPr>
      <a:lvl2pPr marL="685800" indent="-228600" algn="l" defTabSz="914400" rtl="0" eaLnBrk="1" latinLnBrk="0" hangingPunct="1">
        <a:lnSpc>
          <a:spcPct val="100000"/>
        </a:lnSpc>
        <a:spcBef>
          <a:spcPts val="600"/>
        </a:spcBef>
        <a:spcAft>
          <a:spcPts val="600"/>
        </a:spcAft>
        <a:buClr>
          <a:schemeClr val="accent1"/>
        </a:buClr>
        <a:buFont typeface="Wingdings" pitchFamily="2" charset="2"/>
        <a:buChar char="§"/>
        <a:defRPr sz="2000" kern="1200">
          <a:solidFill>
            <a:schemeClr val="bg1"/>
          </a:solidFill>
          <a:latin typeface="+mn-lt"/>
          <a:ea typeface="+mn-ea"/>
          <a:cs typeface="+mn-cs"/>
        </a:defRPr>
      </a:lvl2pPr>
      <a:lvl3pPr marL="1143000" indent="-228600" algn="l" defTabSz="914400" rtl="0" eaLnBrk="1" latinLnBrk="0" hangingPunct="1">
        <a:lnSpc>
          <a:spcPct val="100000"/>
        </a:lnSpc>
        <a:spcBef>
          <a:spcPts val="600"/>
        </a:spcBef>
        <a:spcAft>
          <a:spcPts val="600"/>
        </a:spcAft>
        <a:buClr>
          <a:schemeClr val="accent1"/>
        </a:buClr>
        <a:buFont typeface="Apple Symbols" panose="02000000000000000000" pitchFamily="2" charset="-79"/>
        <a:buChar char="⎼"/>
        <a:defRPr sz="1600" kern="1200">
          <a:solidFill>
            <a:schemeClr val="bg1"/>
          </a:solidFill>
          <a:latin typeface="+mn-lt"/>
          <a:ea typeface="+mn-ea"/>
          <a:cs typeface="+mn-cs"/>
        </a:defRPr>
      </a:lvl3pPr>
      <a:lvl4pPr marL="1600200" indent="-228600" algn="l" defTabSz="914400" rtl="0" eaLnBrk="1" latinLnBrk="0" hangingPunct="1">
        <a:lnSpc>
          <a:spcPct val="100000"/>
        </a:lnSpc>
        <a:spcBef>
          <a:spcPts val="600"/>
        </a:spcBef>
        <a:spcAft>
          <a:spcPts val="600"/>
        </a:spcAft>
        <a:buClr>
          <a:schemeClr val="accent1"/>
        </a:buClr>
        <a:buFont typeface="Courier New" panose="02070309020205020404" pitchFamily="49" charset="0"/>
        <a:buChar char="o"/>
        <a:defRPr sz="1400" kern="1200">
          <a:solidFill>
            <a:schemeClr val="bg1"/>
          </a:solidFill>
          <a:latin typeface="+mn-lt"/>
          <a:ea typeface="+mn-ea"/>
          <a:cs typeface="+mn-cs"/>
        </a:defRPr>
      </a:lvl4pPr>
      <a:lvl5pPr marL="2057400" indent="-228600" algn="l" defTabSz="914400" rtl="0" eaLnBrk="1" latinLnBrk="0" hangingPunct="1">
        <a:lnSpc>
          <a:spcPct val="100000"/>
        </a:lnSpc>
        <a:spcBef>
          <a:spcPts val="600"/>
        </a:spcBef>
        <a:spcAft>
          <a:spcPts val="600"/>
        </a:spcAft>
        <a:buClr>
          <a:schemeClr val="accent1"/>
        </a:buClr>
        <a:buFont typeface="Arial" panose="020B0604020202020204" pitchFamily="34" charset="0"/>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4176">
          <p15:clr>
            <a:srgbClr val="F26B43"/>
          </p15:clr>
        </p15:guide>
        <p15:guide id="13" pos="216">
          <p15:clr>
            <a:srgbClr val="F26B43"/>
          </p15:clr>
        </p15:guide>
        <p15:guide id="14" orient="horz" pos="576">
          <p15:clr>
            <a:srgbClr val="F26B43"/>
          </p15:clr>
        </p15:guide>
        <p15:guide id="15" orient="horz" pos="144">
          <p15:clr>
            <a:srgbClr val="F26B43"/>
          </p15:clr>
        </p15:guide>
        <p15:guide id="16" pos="7368">
          <p15:clr>
            <a:srgbClr val="F26B43"/>
          </p15:clr>
        </p15:guide>
        <p15:guide id="17" orient="horz" pos="768">
          <p15:clr>
            <a:srgbClr val="F26B43"/>
          </p15:clr>
        </p15:guide>
        <p15:guide id="18" orient="horz" pos="3960">
          <p15:clr>
            <a:srgbClr val="F26B43"/>
          </p15:clr>
        </p15:guide>
        <p15:guide id="21" orient="horz" pos="2160">
          <p15:clr>
            <a:srgbClr val="F26B43"/>
          </p15:clr>
        </p15:guide>
        <p15:guide id="2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4" name="Trapezoid 13">
            <a:extLst>
              <a:ext uri="{FF2B5EF4-FFF2-40B4-BE49-F238E27FC236}">
                <a16:creationId xmlns:a16="http://schemas.microsoft.com/office/drawing/2014/main" id="{51B6B720-24B0-7DFD-B357-8828068506D8}"/>
              </a:ext>
            </a:extLst>
          </p:cNvPr>
          <p:cNvSpPr/>
          <p:nvPr userDrawn="1"/>
        </p:nvSpPr>
        <p:spPr>
          <a:xfrm>
            <a:off x="10081051" y="-896"/>
            <a:ext cx="2130970" cy="2257449"/>
          </a:xfrm>
          <a:custGeom>
            <a:avLst/>
            <a:gdLst>
              <a:gd name="connsiteX0" fmla="*/ 0 w 1381957"/>
              <a:gd name="connsiteY0" fmla="*/ 2881122 h 2881122"/>
              <a:gd name="connsiteX1" fmla="*/ 345489 w 1381957"/>
              <a:gd name="connsiteY1" fmla="*/ 0 h 2881122"/>
              <a:gd name="connsiteX2" fmla="*/ 1036468 w 1381957"/>
              <a:gd name="connsiteY2" fmla="*/ 0 h 2881122"/>
              <a:gd name="connsiteX3" fmla="*/ 1381957 w 1381957"/>
              <a:gd name="connsiteY3" fmla="*/ 2881122 h 2881122"/>
              <a:gd name="connsiteX4" fmla="*/ 0 w 1381957"/>
              <a:gd name="connsiteY4" fmla="*/ 2881122 h 2881122"/>
              <a:gd name="connsiteX0" fmla="*/ 0 w 1381957"/>
              <a:gd name="connsiteY0" fmla="*/ 3450082 h 3450082"/>
              <a:gd name="connsiteX1" fmla="*/ 477569 w 1381957"/>
              <a:gd name="connsiteY1" fmla="*/ 0 h 3450082"/>
              <a:gd name="connsiteX2" fmla="*/ 1036468 w 1381957"/>
              <a:gd name="connsiteY2" fmla="*/ 568960 h 3450082"/>
              <a:gd name="connsiteX3" fmla="*/ 1381957 w 1381957"/>
              <a:gd name="connsiteY3" fmla="*/ 3450082 h 3450082"/>
              <a:gd name="connsiteX4" fmla="*/ 0 w 1381957"/>
              <a:gd name="connsiteY4" fmla="*/ 3450082 h 3450082"/>
              <a:gd name="connsiteX0" fmla="*/ 0 w 1381957"/>
              <a:gd name="connsiteY0" fmla="*/ 3450082 h 3450082"/>
              <a:gd name="connsiteX1" fmla="*/ 477569 w 1381957"/>
              <a:gd name="connsiteY1" fmla="*/ 0 h 3450082"/>
              <a:gd name="connsiteX2" fmla="*/ 1381908 w 1381957"/>
              <a:gd name="connsiteY2" fmla="*/ 10160 h 3450082"/>
              <a:gd name="connsiteX3" fmla="*/ 1381957 w 1381957"/>
              <a:gd name="connsiteY3" fmla="*/ 3450082 h 3450082"/>
              <a:gd name="connsiteX4" fmla="*/ 0 w 1381957"/>
              <a:gd name="connsiteY4" fmla="*/ 3450082 h 3450082"/>
              <a:gd name="connsiteX0" fmla="*/ 0 w 1320997"/>
              <a:gd name="connsiteY0" fmla="*/ 615442 h 3450082"/>
              <a:gd name="connsiteX1" fmla="*/ 416609 w 1320997"/>
              <a:gd name="connsiteY1" fmla="*/ 0 h 3450082"/>
              <a:gd name="connsiteX2" fmla="*/ 1320948 w 1320997"/>
              <a:gd name="connsiteY2" fmla="*/ 10160 h 3450082"/>
              <a:gd name="connsiteX3" fmla="*/ 1320997 w 1320997"/>
              <a:gd name="connsiteY3" fmla="*/ 3450082 h 3450082"/>
              <a:gd name="connsiteX4" fmla="*/ 0 w 1320997"/>
              <a:gd name="connsiteY4" fmla="*/ 615442 h 3450082"/>
              <a:gd name="connsiteX0" fmla="*/ 0 w 1320948"/>
              <a:gd name="connsiteY0" fmla="*/ 615442 h 2362962"/>
              <a:gd name="connsiteX1" fmla="*/ 416609 w 1320948"/>
              <a:gd name="connsiteY1" fmla="*/ 0 h 2362962"/>
              <a:gd name="connsiteX2" fmla="*/ 1320948 w 1320948"/>
              <a:gd name="connsiteY2" fmla="*/ 10160 h 2362962"/>
              <a:gd name="connsiteX3" fmla="*/ 1310837 w 1320948"/>
              <a:gd name="connsiteY3" fmla="*/ 2362962 h 2362962"/>
              <a:gd name="connsiteX4" fmla="*/ 0 w 1320948"/>
              <a:gd name="connsiteY4" fmla="*/ 615442 h 2362962"/>
              <a:gd name="connsiteX0" fmla="*/ 0 w 1320997"/>
              <a:gd name="connsiteY0" fmla="*/ 615442 h 3622802"/>
              <a:gd name="connsiteX1" fmla="*/ 416609 w 1320997"/>
              <a:gd name="connsiteY1" fmla="*/ 0 h 3622802"/>
              <a:gd name="connsiteX2" fmla="*/ 1320948 w 1320997"/>
              <a:gd name="connsiteY2" fmla="*/ 10160 h 3622802"/>
              <a:gd name="connsiteX3" fmla="*/ 1320997 w 1320997"/>
              <a:gd name="connsiteY3" fmla="*/ 3622802 h 3622802"/>
              <a:gd name="connsiteX4" fmla="*/ 0 w 1320997"/>
              <a:gd name="connsiteY4" fmla="*/ 615442 h 3622802"/>
              <a:gd name="connsiteX0" fmla="*/ 0 w 1422308"/>
              <a:gd name="connsiteY0" fmla="*/ 615442 h 3698112"/>
              <a:gd name="connsiteX1" fmla="*/ 416609 w 1422308"/>
              <a:gd name="connsiteY1" fmla="*/ 0 h 3698112"/>
              <a:gd name="connsiteX2" fmla="*/ 1320948 w 1422308"/>
              <a:gd name="connsiteY2" fmla="*/ 10160 h 3698112"/>
              <a:gd name="connsiteX3" fmla="*/ 1331157 w 1422308"/>
              <a:gd name="connsiteY3" fmla="*/ 1484122 h 3698112"/>
              <a:gd name="connsiteX4" fmla="*/ 1320997 w 1422308"/>
              <a:gd name="connsiteY4" fmla="*/ 3622802 h 3698112"/>
              <a:gd name="connsiteX5" fmla="*/ 0 w 1422308"/>
              <a:gd name="connsiteY5" fmla="*/ 615442 h 3698112"/>
              <a:gd name="connsiteX0" fmla="*/ 609551 w 2031859"/>
              <a:gd name="connsiteY0" fmla="*/ 615442 h 3698112"/>
              <a:gd name="connsiteX1" fmla="*/ 0 w 2031859"/>
              <a:gd name="connsiteY1" fmla="*/ 0 h 3698112"/>
              <a:gd name="connsiteX2" fmla="*/ 1930499 w 2031859"/>
              <a:gd name="connsiteY2" fmla="*/ 10160 h 3698112"/>
              <a:gd name="connsiteX3" fmla="*/ 1940708 w 2031859"/>
              <a:gd name="connsiteY3" fmla="*/ 1484122 h 3698112"/>
              <a:gd name="connsiteX4" fmla="*/ 1930548 w 2031859"/>
              <a:gd name="connsiteY4" fmla="*/ 3622802 h 3698112"/>
              <a:gd name="connsiteX5" fmla="*/ 609551 w 2031859"/>
              <a:gd name="connsiteY5" fmla="*/ 615442 h 3698112"/>
              <a:gd name="connsiteX0" fmla="*/ 0 w 2428148"/>
              <a:gd name="connsiteY0" fmla="*/ 544322 h 3698112"/>
              <a:gd name="connsiteX1" fmla="*/ 396289 w 2428148"/>
              <a:gd name="connsiteY1" fmla="*/ 0 h 3698112"/>
              <a:gd name="connsiteX2" fmla="*/ 2326788 w 2428148"/>
              <a:gd name="connsiteY2" fmla="*/ 10160 h 3698112"/>
              <a:gd name="connsiteX3" fmla="*/ 2336997 w 2428148"/>
              <a:gd name="connsiteY3" fmla="*/ 1484122 h 3698112"/>
              <a:gd name="connsiteX4" fmla="*/ 2326837 w 2428148"/>
              <a:gd name="connsiteY4" fmla="*/ 3622802 h 3698112"/>
              <a:gd name="connsiteX5" fmla="*/ 0 w 2428148"/>
              <a:gd name="connsiteY5" fmla="*/ 544322 h 3698112"/>
              <a:gd name="connsiteX0" fmla="*/ 0 w 2399946"/>
              <a:gd name="connsiteY0" fmla="*/ 544322 h 2554088"/>
              <a:gd name="connsiteX1" fmla="*/ 396289 w 2399946"/>
              <a:gd name="connsiteY1" fmla="*/ 0 h 2554088"/>
              <a:gd name="connsiteX2" fmla="*/ 2326788 w 2399946"/>
              <a:gd name="connsiteY2" fmla="*/ 10160 h 2554088"/>
              <a:gd name="connsiteX3" fmla="*/ 2336997 w 2399946"/>
              <a:gd name="connsiteY3" fmla="*/ 1484122 h 2554088"/>
              <a:gd name="connsiteX4" fmla="*/ 2286197 w 2399946"/>
              <a:gd name="connsiteY4" fmla="*/ 2403602 h 2554088"/>
              <a:gd name="connsiteX5" fmla="*/ 0 w 2399946"/>
              <a:gd name="connsiteY5" fmla="*/ 544322 h 2554088"/>
              <a:gd name="connsiteX0" fmla="*/ 0 w 2397282"/>
              <a:gd name="connsiteY0" fmla="*/ 544322 h 2403602"/>
              <a:gd name="connsiteX1" fmla="*/ 396289 w 2397282"/>
              <a:gd name="connsiteY1" fmla="*/ 0 h 2403602"/>
              <a:gd name="connsiteX2" fmla="*/ 2326788 w 2397282"/>
              <a:gd name="connsiteY2" fmla="*/ 10160 h 2403602"/>
              <a:gd name="connsiteX3" fmla="*/ 2336997 w 2397282"/>
              <a:gd name="connsiteY3" fmla="*/ 1484122 h 2403602"/>
              <a:gd name="connsiteX4" fmla="*/ 2286197 w 2397282"/>
              <a:gd name="connsiteY4" fmla="*/ 2403602 h 2403602"/>
              <a:gd name="connsiteX5" fmla="*/ 0 w 2397282"/>
              <a:gd name="connsiteY5" fmla="*/ 544322 h 2403602"/>
              <a:gd name="connsiteX0" fmla="*/ 0 w 2336997"/>
              <a:gd name="connsiteY0" fmla="*/ 544322 h 2403602"/>
              <a:gd name="connsiteX1" fmla="*/ 396289 w 2336997"/>
              <a:gd name="connsiteY1" fmla="*/ 0 h 2403602"/>
              <a:gd name="connsiteX2" fmla="*/ 2326788 w 2336997"/>
              <a:gd name="connsiteY2" fmla="*/ 10160 h 2403602"/>
              <a:gd name="connsiteX3" fmla="*/ 2336997 w 2336997"/>
              <a:gd name="connsiteY3" fmla="*/ 1484122 h 2403602"/>
              <a:gd name="connsiteX4" fmla="*/ 2286197 w 2336997"/>
              <a:gd name="connsiteY4" fmla="*/ 2403602 h 2403602"/>
              <a:gd name="connsiteX5" fmla="*/ 0 w 2336997"/>
              <a:gd name="connsiteY5" fmla="*/ 544322 h 2403602"/>
              <a:gd name="connsiteX0" fmla="*/ 0 w 2336997"/>
              <a:gd name="connsiteY0" fmla="*/ 544322 h 2474722"/>
              <a:gd name="connsiteX1" fmla="*/ 396289 w 2336997"/>
              <a:gd name="connsiteY1" fmla="*/ 0 h 2474722"/>
              <a:gd name="connsiteX2" fmla="*/ 2326788 w 2336997"/>
              <a:gd name="connsiteY2" fmla="*/ 10160 h 2474722"/>
              <a:gd name="connsiteX3" fmla="*/ 2336997 w 2336997"/>
              <a:gd name="connsiteY3" fmla="*/ 1484122 h 2474722"/>
              <a:gd name="connsiteX4" fmla="*/ 2336997 w 2336997"/>
              <a:gd name="connsiteY4" fmla="*/ 2474722 h 2474722"/>
              <a:gd name="connsiteX5" fmla="*/ 0 w 2336997"/>
              <a:gd name="connsiteY5" fmla="*/ 544322 h 2474722"/>
              <a:gd name="connsiteX0" fmla="*/ 0 w 2336997"/>
              <a:gd name="connsiteY0" fmla="*/ 545305 h 2475705"/>
              <a:gd name="connsiteX1" fmla="*/ 396289 w 2336997"/>
              <a:gd name="connsiteY1" fmla="*/ 983 h 2475705"/>
              <a:gd name="connsiteX2" fmla="*/ 2326788 w 2336997"/>
              <a:gd name="connsiteY2" fmla="*/ 0 h 2475705"/>
              <a:gd name="connsiteX3" fmla="*/ 2336997 w 2336997"/>
              <a:gd name="connsiteY3" fmla="*/ 1485105 h 2475705"/>
              <a:gd name="connsiteX4" fmla="*/ 2336997 w 2336997"/>
              <a:gd name="connsiteY4" fmla="*/ 2475705 h 2475705"/>
              <a:gd name="connsiteX5" fmla="*/ 0 w 2336997"/>
              <a:gd name="connsiteY5" fmla="*/ 545305 h 2475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6997" h="2475705">
                <a:moveTo>
                  <a:pt x="0" y="545305"/>
                </a:moveTo>
                <a:lnTo>
                  <a:pt x="396289" y="983"/>
                </a:lnTo>
                <a:lnTo>
                  <a:pt x="2326788" y="0"/>
                </a:lnTo>
                <a:cubicBezTo>
                  <a:pt x="2326813" y="641900"/>
                  <a:pt x="2336989" y="882998"/>
                  <a:pt x="2336997" y="1485105"/>
                </a:cubicBezTo>
                <a:cubicBezTo>
                  <a:pt x="2337005" y="2087212"/>
                  <a:pt x="2335337" y="2435912"/>
                  <a:pt x="2336997" y="2475705"/>
                </a:cubicBezTo>
                <a:lnTo>
                  <a:pt x="0" y="545305"/>
                </a:lnTo>
                <a:close/>
              </a:path>
            </a:pathLst>
          </a:custGeom>
          <a:gradFill>
            <a:gsLst>
              <a:gs pos="100000">
                <a:schemeClr val="accent1">
                  <a:alpha val="86000"/>
                </a:schemeClr>
              </a:gs>
              <a:gs pos="0">
                <a:schemeClr val="accent1">
                  <a:alpha val="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1" name="Picture 50">
            <a:extLst>
              <a:ext uri="{FF2B5EF4-FFF2-40B4-BE49-F238E27FC236}">
                <a16:creationId xmlns:a16="http://schemas.microsoft.com/office/drawing/2014/main" id="{3BEAAE65-DB30-3E9B-C7B2-88F7ACE23F4A}"/>
              </a:ext>
            </a:extLst>
          </p:cNvPr>
          <p:cNvPicPr>
            <a:picLocks noChangeAspect="1"/>
          </p:cNvPicPr>
          <p:nvPr/>
        </p:nvPicPr>
        <p:blipFill rotWithShape="1">
          <a:blip r:embed="rId13" cstate="print">
            <a:extLst>
              <a:ext uri="{28A0092B-C50C-407E-A947-70E740481C1C}">
                <a14:useLocalDpi xmlns:a14="http://schemas.microsoft.com/office/drawing/2010/main"/>
              </a:ext>
            </a:extLst>
          </a:blip>
          <a:srcRect/>
          <a:stretch/>
        </p:blipFill>
        <p:spPr>
          <a:xfrm>
            <a:off x="11298936" y="6483096"/>
            <a:ext cx="893064" cy="374904"/>
          </a:xfrm>
          <a:prstGeom prst="rect">
            <a:avLst/>
          </a:prstGeom>
        </p:spPr>
      </p:pic>
      <p:sp>
        <p:nvSpPr>
          <p:cNvPr id="2" name="Title Placeholder 1">
            <a:extLst>
              <a:ext uri="{FF2B5EF4-FFF2-40B4-BE49-F238E27FC236}">
                <a16:creationId xmlns:a16="http://schemas.microsoft.com/office/drawing/2014/main" id="{AAC8B33F-B679-0A95-7EA1-D24ED89820CE}"/>
              </a:ext>
            </a:extLst>
          </p:cNvPr>
          <p:cNvSpPr>
            <a:spLocks noGrp="1"/>
          </p:cNvSpPr>
          <p:nvPr>
            <p:ph type="title"/>
          </p:nvPr>
        </p:nvSpPr>
        <p:spPr>
          <a:xfrm>
            <a:off x="352326" y="238026"/>
            <a:ext cx="10224545" cy="676374"/>
          </a:xfrm>
          <a:prstGeom prst="rect">
            <a:avLst/>
          </a:prstGeom>
        </p:spPr>
        <p:txBody>
          <a:bodyPr vert="horz" lIns="0" tIns="0" rIns="0" bIns="0" rtlCol="0" anchor="ctr">
            <a:noAutofit/>
          </a:bodyPr>
          <a:lstStyle/>
          <a:p>
            <a:r>
              <a:rPr lang="en-US" dirty="0"/>
              <a:t>Click to edit Master title</a:t>
            </a:r>
          </a:p>
        </p:txBody>
      </p:sp>
      <p:sp>
        <p:nvSpPr>
          <p:cNvPr id="3" name="Text Placeholder 2">
            <a:extLst>
              <a:ext uri="{FF2B5EF4-FFF2-40B4-BE49-F238E27FC236}">
                <a16:creationId xmlns:a16="http://schemas.microsoft.com/office/drawing/2014/main" id="{13EF4DAD-B0D7-7273-0B9E-980C44A17CDD}"/>
              </a:ext>
            </a:extLst>
          </p:cNvPr>
          <p:cNvSpPr>
            <a:spLocks noGrp="1"/>
          </p:cNvSpPr>
          <p:nvPr>
            <p:ph type="body" idx="1"/>
          </p:nvPr>
        </p:nvSpPr>
        <p:spPr>
          <a:xfrm>
            <a:off x="352326" y="1227262"/>
            <a:ext cx="11239500" cy="505923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72ADA91-6050-8AEB-75E0-102C5DDBC41C}"/>
              </a:ext>
            </a:extLst>
          </p:cNvPr>
          <p:cNvSpPr>
            <a:spLocks noGrp="1"/>
          </p:cNvSpPr>
          <p:nvPr>
            <p:ph type="dt" sz="half" idx="2"/>
          </p:nvPr>
        </p:nvSpPr>
        <p:spPr>
          <a:xfrm>
            <a:off x="352326" y="6634113"/>
            <a:ext cx="1047750" cy="219174"/>
          </a:xfrm>
          <a:prstGeom prst="rect">
            <a:avLst/>
          </a:prstGeom>
        </p:spPr>
        <p:txBody>
          <a:bodyPr vert="horz" lIns="0" tIns="0" rIns="0" bIns="0" rtlCol="0" anchor="ctr"/>
          <a:lstStyle>
            <a:lvl1pPr algn="l">
              <a:defRPr sz="1000" b="1" i="0">
                <a:solidFill>
                  <a:schemeClr val="bg2"/>
                </a:solidFill>
                <a:latin typeface="Exo 2 Semi Bold" pitchFamily="2" charset="77"/>
                <a:ea typeface="Open Sans" panose="020B0606030504020204" pitchFamily="34" charset="0"/>
                <a:cs typeface="Open Sans" panose="020B0606030504020204" pitchFamily="34" charset="0"/>
              </a:defRPr>
            </a:lvl1pPr>
          </a:lstStyle>
          <a:p>
            <a:endParaRPr lang="en-US" dirty="0"/>
          </a:p>
        </p:txBody>
      </p:sp>
      <p:sp>
        <p:nvSpPr>
          <p:cNvPr id="7" name="Slide Number Placeholder 5">
            <a:extLst>
              <a:ext uri="{FF2B5EF4-FFF2-40B4-BE49-F238E27FC236}">
                <a16:creationId xmlns:a16="http://schemas.microsoft.com/office/drawing/2014/main" id="{AECF45F2-A7DC-3969-B1B1-7C78B77CE94D}"/>
              </a:ext>
            </a:extLst>
          </p:cNvPr>
          <p:cNvSpPr>
            <a:spLocks noGrp="1"/>
          </p:cNvSpPr>
          <p:nvPr>
            <p:ph type="sldNum" sz="quarter" idx="4"/>
          </p:nvPr>
        </p:nvSpPr>
        <p:spPr>
          <a:xfrm>
            <a:off x="11706126" y="6638826"/>
            <a:ext cx="485874" cy="219174"/>
          </a:xfrm>
          <a:prstGeom prst="rect">
            <a:avLst/>
          </a:prstGeom>
        </p:spPr>
        <p:txBody>
          <a:bodyPr vert="horz" lIns="91440" tIns="45720" rIns="91440" bIns="45720" rtlCol="0" anchor="ctr"/>
          <a:lstStyle>
            <a:lvl1pPr algn="ctr">
              <a:defRPr sz="1000" b="1" i="0">
                <a:solidFill>
                  <a:schemeClr val="bg2"/>
                </a:solidFill>
                <a:latin typeface="Exo 2 Semi Bold" pitchFamily="2" charset="77"/>
              </a:defRPr>
            </a:lvl1pPr>
          </a:lstStyle>
          <a:p>
            <a:fld id="{6FB6B91F-BB11-E946-B7F6-1372EDB8DEC1}" type="slidenum">
              <a:rPr lang="en-US" smtClean="0"/>
              <a:pPr/>
              <a:t>‹#›</a:t>
            </a:fld>
            <a:endParaRPr lang="en-US" dirty="0"/>
          </a:p>
        </p:txBody>
      </p:sp>
      <p:pic>
        <p:nvPicPr>
          <p:cNvPr id="11" name="Picture 10">
            <a:extLst>
              <a:ext uri="{FF2B5EF4-FFF2-40B4-BE49-F238E27FC236}">
                <a16:creationId xmlns:a16="http://schemas.microsoft.com/office/drawing/2014/main" id="{F0F9765E-3BBE-C7A9-E824-50C1594C4E58}"/>
              </a:ext>
            </a:extLst>
          </p:cNvPr>
          <p:cNvPicPr>
            <a:picLocks noChangeAspect="1"/>
          </p:cNvPicPr>
          <p:nvPr userDrawn="1"/>
        </p:nvPicPr>
        <p:blipFill rotWithShape="1">
          <a:blip r:embed="rId14" cstate="print">
            <a:extLst>
              <a:ext uri="{28A0092B-C50C-407E-A947-70E740481C1C}">
                <a14:useLocalDpi xmlns:a14="http://schemas.microsoft.com/office/drawing/2010/main"/>
              </a:ext>
            </a:extLst>
          </a:blip>
          <a:srcRect/>
          <a:stretch/>
        </p:blipFill>
        <p:spPr>
          <a:xfrm>
            <a:off x="11146536" y="0"/>
            <a:ext cx="1045464" cy="1941576"/>
          </a:xfrm>
          <a:prstGeom prst="rect">
            <a:avLst/>
          </a:prstGeom>
        </p:spPr>
      </p:pic>
      <p:pic>
        <p:nvPicPr>
          <p:cNvPr id="15" name="Picture 14">
            <a:extLst>
              <a:ext uri="{FF2B5EF4-FFF2-40B4-BE49-F238E27FC236}">
                <a16:creationId xmlns:a16="http://schemas.microsoft.com/office/drawing/2014/main" id="{EAF6333E-3633-491A-473C-34C389B36CF2}"/>
              </a:ext>
            </a:extLst>
          </p:cNvPr>
          <p:cNvPicPr>
            <a:picLocks noChangeAspect="1"/>
          </p:cNvPicPr>
          <p:nvPr userDrawn="1"/>
        </p:nvPicPr>
        <p:blipFill>
          <a:blip r:embed="rId15"/>
          <a:stretch>
            <a:fillRect/>
          </a:stretch>
        </p:blipFill>
        <p:spPr>
          <a:xfrm>
            <a:off x="10561942" y="197087"/>
            <a:ext cx="584594" cy="717313"/>
          </a:xfrm>
          <a:prstGeom prst="rect">
            <a:avLst/>
          </a:prstGeom>
        </p:spPr>
      </p:pic>
      <p:sp>
        <p:nvSpPr>
          <p:cNvPr id="6" name="Footer Placeholder 4">
            <a:extLst>
              <a:ext uri="{FF2B5EF4-FFF2-40B4-BE49-F238E27FC236}">
                <a16:creationId xmlns:a16="http://schemas.microsoft.com/office/drawing/2014/main" id="{B0CFF621-2E87-48D7-4351-0B3355D1D0CD}"/>
              </a:ext>
            </a:extLst>
          </p:cNvPr>
          <p:cNvSpPr>
            <a:spLocks noGrp="1"/>
          </p:cNvSpPr>
          <p:nvPr>
            <p:ph type="ftr" sz="quarter" idx="3"/>
          </p:nvPr>
        </p:nvSpPr>
        <p:spPr>
          <a:xfrm>
            <a:off x="1600200" y="0"/>
            <a:ext cx="8991600" cy="219174"/>
          </a:xfrm>
          <a:prstGeom prst="rect">
            <a:avLst/>
          </a:prstGeom>
        </p:spPr>
        <p:txBody>
          <a:bodyPr vert="horz" lIns="0" tIns="0" rIns="0" bIns="0" rtlCol="0" anchor="ctr"/>
          <a:lstStyle>
            <a:lvl1pPr marL="0" marR="0" indent="0" algn="ctr" defTabSz="914400" rtl="0" eaLnBrk="1" fontAlgn="auto" latinLnBrk="0" hangingPunct="1">
              <a:lnSpc>
                <a:spcPct val="100000"/>
              </a:lnSpc>
              <a:spcBef>
                <a:spcPts val="0"/>
              </a:spcBef>
              <a:spcAft>
                <a:spcPts val="0"/>
              </a:spcAft>
              <a:buClrTx/>
              <a:buSzTx/>
              <a:buFontTx/>
              <a:buNone/>
              <a:tabLst/>
              <a:defRPr sz="900" b="0" i="0">
                <a:solidFill>
                  <a:schemeClr val="bg1"/>
                </a:solidFill>
                <a:latin typeface="+mn-lt"/>
                <a:ea typeface="Open Sans SemiBold" panose="020B0606030504020204" pitchFamily="34" charset="0"/>
                <a:cs typeface="Open Sans SemiBold" panose="020B0606030504020204" pitchFamily="34" charset="0"/>
              </a:defRPr>
            </a:lvl1pPr>
          </a:lstStyle>
          <a:p>
            <a:r>
              <a:rPr lang="en-US" dirty="0"/>
              <a:t>CLICK TO EDIT CONTROL MARKING//CATEGORY</a:t>
            </a:r>
          </a:p>
        </p:txBody>
      </p:sp>
    </p:spTree>
    <p:extLst>
      <p:ext uri="{BB962C8B-B14F-4D97-AF65-F5344CB8AC3E}">
        <p14:creationId xmlns:p14="http://schemas.microsoft.com/office/powerpoint/2010/main" val="1342674855"/>
      </p:ext>
    </p:extLst>
  </p:cSld>
  <p:clrMap bg1="dk1" tx1="lt1" bg2="dk2" tx2="lt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Lst>
  <p:hf hdr="0" ftr="0" dt="0"/>
  <p:txStyles>
    <p:titleStyle>
      <a:lvl1pPr algn="l" defTabSz="914400" rtl="0" eaLnBrk="1" latinLnBrk="0" hangingPunct="1">
        <a:lnSpc>
          <a:spcPct val="90000"/>
        </a:lnSpc>
        <a:spcBef>
          <a:spcPct val="0"/>
        </a:spcBef>
        <a:buNone/>
        <a:defRPr sz="2800" kern="1200" cap="all" baseline="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100000"/>
        </a:lnSpc>
        <a:spcBef>
          <a:spcPts val="600"/>
        </a:spcBef>
        <a:spcAft>
          <a:spcPts val="600"/>
        </a:spcAft>
        <a:buClr>
          <a:schemeClr val="accent1"/>
        </a:buClr>
        <a:buFont typeface="Arial" panose="020B0604020202020204" pitchFamily="34" charset="0"/>
        <a:buChar char="•"/>
        <a:defRPr sz="2000" kern="1200">
          <a:solidFill>
            <a:schemeClr val="bg1"/>
          </a:solidFill>
          <a:latin typeface="+mn-lt"/>
          <a:ea typeface="+mn-ea"/>
          <a:cs typeface="+mn-cs"/>
        </a:defRPr>
      </a:lvl1pPr>
      <a:lvl2pPr marL="685800" indent="-228600" algn="l" defTabSz="914400" rtl="0" eaLnBrk="1" latinLnBrk="0" hangingPunct="1">
        <a:lnSpc>
          <a:spcPct val="100000"/>
        </a:lnSpc>
        <a:spcBef>
          <a:spcPts val="600"/>
        </a:spcBef>
        <a:spcAft>
          <a:spcPts val="600"/>
        </a:spcAft>
        <a:buClr>
          <a:schemeClr val="accent1"/>
        </a:buClr>
        <a:buFont typeface="Wingdings" pitchFamily="2" charset="2"/>
        <a:buChar char="§"/>
        <a:defRPr sz="2000" kern="1200">
          <a:solidFill>
            <a:schemeClr val="bg1"/>
          </a:solidFill>
          <a:latin typeface="+mn-lt"/>
          <a:ea typeface="+mn-ea"/>
          <a:cs typeface="+mn-cs"/>
        </a:defRPr>
      </a:lvl2pPr>
      <a:lvl3pPr marL="1143000" indent="-228600" algn="l" defTabSz="914400" rtl="0" eaLnBrk="1" latinLnBrk="0" hangingPunct="1">
        <a:lnSpc>
          <a:spcPct val="100000"/>
        </a:lnSpc>
        <a:spcBef>
          <a:spcPts val="600"/>
        </a:spcBef>
        <a:spcAft>
          <a:spcPts val="600"/>
        </a:spcAft>
        <a:buClr>
          <a:schemeClr val="accent1"/>
        </a:buClr>
        <a:buFont typeface="Apple Symbols" panose="02000000000000000000" pitchFamily="2" charset="-79"/>
        <a:buChar char="⎼"/>
        <a:defRPr sz="1600" kern="1200">
          <a:solidFill>
            <a:schemeClr val="bg1"/>
          </a:solidFill>
          <a:latin typeface="+mn-lt"/>
          <a:ea typeface="+mn-ea"/>
          <a:cs typeface="+mn-cs"/>
        </a:defRPr>
      </a:lvl3pPr>
      <a:lvl4pPr marL="1600200" indent="-228600" algn="l" defTabSz="914400" rtl="0" eaLnBrk="1" latinLnBrk="0" hangingPunct="1">
        <a:lnSpc>
          <a:spcPct val="100000"/>
        </a:lnSpc>
        <a:spcBef>
          <a:spcPts val="600"/>
        </a:spcBef>
        <a:spcAft>
          <a:spcPts val="600"/>
        </a:spcAft>
        <a:buClr>
          <a:schemeClr val="accent1"/>
        </a:buClr>
        <a:buFont typeface="Courier New" panose="02070309020205020404" pitchFamily="49" charset="0"/>
        <a:buChar char="o"/>
        <a:defRPr sz="1400" kern="1200">
          <a:solidFill>
            <a:schemeClr val="bg1"/>
          </a:solidFill>
          <a:latin typeface="+mn-lt"/>
          <a:ea typeface="+mn-ea"/>
          <a:cs typeface="+mn-cs"/>
        </a:defRPr>
      </a:lvl4pPr>
      <a:lvl5pPr marL="2057400" indent="-228600" algn="l" defTabSz="914400" rtl="0" eaLnBrk="1" latinLnBrk="0" hangingPunct="1">
        <a:lnSpc>
          <a:spcPct val="100000"/>
        </a:lnSpc>
        <a:spcBef>
          <a:spcPts val="600"/>
        </a:spcBef>
        <a:spcAft>
          <a:spcPts val="600"/>
        </a:spcAft>
        <a:buClr>
          <a:schemeClr val="accent1"/>
        </a:buClr>
        <a:buFont typeface="Arial" panose="020B0604020202020204" pitchFamily="34" charset="0"/>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4176">
          <p15:clr>
            <a:srgbClr val="F26B43"/>
          </p15:clr>
        </p15:guide>
        <p15:guide id="13" pos="216">
          <p15:clr>
            <a:srgbClr val="F26B43"/>
          </p15:clr>
        </p15:guide>
        <p15:guide id="14" orient="horz" pos="576">
          <p15:clr>
            <a:srgbClr val="F26B43"/>
          </p15:clr>
        </p15:guide>
        <p15:guide id="15" orient="horz" pos="144">
          <p15:clr>
            <a:srgbClr val="F26B43"/>
          </p15:clr>
        </p15:guide>
        <p15:guide id="16" pos="7368">
          <p15:clr>
            <a:srgbClr val="F26B43"/>
          </p15:clr>
        </p15:guide>
        <p15:guide id="17" orient="horz" pos="768">
          <p15:clr>
            <a:srgbClr val="F26B43"/>
          </p15:clr>
        </p15:guide>
        <p15:guide id="18" orient="horz" pos="3960">
          <p15:clr>
            <a:srgbClr val="F26B43"/>
          </p15:clr>
        </p15:guide>
        <p15:guide id="21" orient="horz" pos="2160">
          <p15:clr>
            <a:srgbClr val="F26B43"/>
          </p15:clr>
        </p15:guide>
        <p15:guide id="2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jpe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7.jpe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21.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1.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6A2410B-6AF7-5C23-C262-97C467549352}"/>
              </a:ext>
            </a:extLst>
          </p:cNvPr>
          <p:cNvSpPr>
            <a:spLocks noGrp="1"/>
          </p:cNvSpPr>
          <p:nvPr>
            <p:ph type="ctrTitle"/>
          </p:nvPr>
        </p:nvSpPr>
        <p:spPr/>
        <p:txBody>
          <a:bodyPr>
            <a:normAutofit fontScale="90000"/>
          </a:bodyPr>
          <a:lstStyle/>
          <a:p>
            <a:r>
              <a:rPr lang="en-US" dirty="0"/>
              <a:t>Trilinos CI Testing/Contribution Overview</a:t>
            </a:r>
          </a:p>
        </p:txBody>
      </p:sp>
      <p:sp>
        <p:nvSpPr>
          <p:cNvPr id="9" name="Subtitle 8">
            <a:extLst>
              <a:ext uri="{FF2B5EF4-FFF2-40B4-BE49-F238E27FC236}">
                <a16:creationId xmlns:a16="http://schemas.microsoft.com/office/drawing/2014/main" id="{277E70AA-80C4-8182-CFB3-3F7F8063FE23}"/>
              </a:ext>
            </a:extLst>
          </p:cNvPr>
          <p:cNvSpPr>
            <a:spLocks noGrp="1"/>
          </p:cNvSpPr>
          <p:nvPr>
            <p:ph type="subTitle" idx="1"/>
          </p:nvPr>
        </p:nvSpPr>
        <p:spPr/>
        <p:txBody>
          <a:bodyPr/>
          <a:lstStyle/>
          <a:p>
            <a:r>
              <a:rPr lang="en-US" dirty="0"/>
              <a:t>Samuel E. Browne</a:t>
            </a:r>
          </a:p>
        </p:txBody>
      </p:sp>
      <p:sp>
        <p:nvSpPr>
          <p:cNvPr id="10" name="Text Placeholder 9">
            <a:extLst>
              <a:ext uri="{FF2B5EF4-FFF2-40B4-BE49-F238E27FC236}">
                <a16:creationId xmlns:a16="http://schemas.microsoft.com/office/drawing/2014/main" id="{197648E5-4D33-101D-02F7-374668BC7696}"/>
              </a:ext>
            </a:extLst>
          </p:cNvPr>
          <p:cNvSpPr>
            <a:spLocks noGrp="1"/>
          </p:cNvSpPr>
          <p:nvPr>
            <p:ph type="body" sz="quarter" idx="10"/>
          </p:nvPr>
        </p:nvSpPr>
        <p:spPr/>
        <p:txBody>
          <a:bodyPr/>
          <a:lstStyle/>
          <a:p>
            <a:endParaRPr lang="en-US"/>
          </a:p>
        </p:txBody>
      </p:sp>
      <p:sp>
        <p:nvSpPr>
          <p:cNvPr id="12" name="Content Placeholder 11">
            <a:extLst>
              <a:ext uri="{FF2B5EF4-FFF2-40B4-BE49-F238E27FC236}">
                <a16:creationId xmlns:a16="http://schemas.microsoft.com/office/drawing/2014/main" id="{FE4873B7-1324-8AB3-9E55-13DFF8C23AA3}"/>
              </a:ext>
            </a:extLst>
          </p:cNvPr>
          <p:cNvSpPr>
            <a:spLocks noGrp="1"/>
          </p:cNvSpPr>
          <p:nvPr>
            <p:ph sz="quarter" idx="29"/>
          </p:nvPr>
        </p:nvSpPr>
        <p:spPr/>
        <p:txBody>
          <a:bodyPr/>
          <a:lstStyle/>
          <a:p>
            <a:endParaRPr lang="en-US"/>
          </a:p>
        </p:txBody>
      </p:sp>
      <p:sp>
        <p:nvSpPr>
          <p:cNvPr id="11" name="Text Placeholder 10">
            <a:extLst>
              <a:ext uri="{FF2B5EF4-FFF2-40B4-BE49-F238E27FC236}">
                <a16:creationId xmlns:a16="http://schemas.microsoft.com/office/drawing/2014/main" id="{723372AE-4EB0-AF36-96F8-172343BDF00D}"/>
              </a:ext>
            </a:extLst>
          </p:cNvPr>
          <p:cNvSpPr>
            <a:spLocks noGrp="1"/>
          </p:cNvSpPr>
          <p:nvPr>
            <p:ph type="body" sz="quarter" idx="26"/>
          </p:nvPr>
        </p:nvSpPr>
        <p:spPr/>
        <p:txBody>
          <a:bodyPr/>
          <a:lstStyle/>
          <a:p>
            <a:r>
              <a:rPr lang="en-US" dirty="0"/>
              <a:t>Sandia National Laboratories</a:t>
            </a:r>
          </a:p>
        </p:txBody>
      </p:sp>
      <p:sp>
        <p:nvSpPr>
          <p:cNvPr id="13" name="Text Placeholder 12">
            <a:extLst>
              <a:ext uri="{FF2B5EF4-FFF2-40B4-BE49-F238E27FC236}">
                <a16:creationId xmlns:a16="http://schemas.microsoft.com/office/drawing/2014/main" id="{E22B2ACE-23E2-92D2-528F-973283EE27CB}"/>
              </a:ext>
            </a:extLst>
          </p:cNvPr>
          <p:cNvSpPr>
            <a:spLocks noGrp="1"/>
          </p:cNvSpPr>
          <p:nvPr>
            <p:ph type="body" sz="quarter" idx="31"/>
          </p:nvPr>
        </p:nvSpPr>
        <p:spPr/>
        <p:txBody>
          <a:bodyPr/>
          <a:lstStyle/>
          <a:p>
            <a:r>
              <a:rPr lang="en-US" dirty="0"/>
              <a:t>HPSF Conference 05/07/2025</a:t>
            </a:r>
          </a:p>
        </p:txBody>
      </p:sp>
    </p:spTree>
    <p:extLst>
      <p:ext uri="{BB962C8B-B14F-4D97-AF65-F5344CB8AC3E}">
        <p14:creationId xmlns:p14="http://schemas.microsoft.com/office/powerpoint/2010/main" val="563963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13354-8349-C668-2708-A600DE549FFF}"/>
              </a:ext>
            </a:extLst>
          </p:cNvPr>
          <p:cNvSpPr>
            <a:spLocks noGrp="1"/>
          </p:cNvSpPr>
          <p:nvPr>
            <p:ph type="title"/>
          </p:nvPr>
        </p:nvSpPr>
        <p:spPr/>
        <p:txBody>
          <a:bodyPr/>
          <a:lstStyle/>
          <a:p>
            <a:r>
              <a:rPr lang="en-US" dirty="0"/>
              <a:t>Trilinos DevSecOps Team</a:t>
            </a:r>
          </a:p>
        </p:txBody>
      </p:sp>
      <p:sp>
        <p:nvSpPr>
          <p:cNvPr id="3" name="Content Placeholder 2">
            <a:extLst>
              <a:ext uri="{FF2B5EF4-FFF2-40B4-BE49-F238E27FC236}">
                <a16:creationId xmlns:a16="http://schemas.microsoft.com/office/drawing/2014/main" id="{49C31E72-95C6-F15B-439F-44CF20F57382}"/>
              </a:ext>
            </a:extLst>
          </p:cNvPr>
          <p:cNvSpPr>
            <a:spLocks noGrp="1"/>
          </p:cNvSpPr>
          <p:nvPr>
            <p:ph idx="1"/>
          </p:nvPr>
        </p:nvSpPr>
        <p:spPr/>
        <p:txBody>
          <a:bodyPr/>
          <a:lstStyle/>
          <a:p>
            <a:pPr marL="0" indent="0">
              <a:buNone/>
            </a:pPr>
            <a:r>
              <a:rPr lang="en-US" dirty="0"/>
              <a:t>The Trilinos DevSecOps (Framework) team is responsible for the CI processes that enable the assurance of software quality for the Trilinos code suite.  It also functions to assist with work related to the build system of this large and complex C++ suite.</a:t>
            </a:r>
          </a:p>
          <a:p>
            <a:pPr marL="0" indent="0">
              <a:buNone/>
            </a:pPr>
            <a:endParaRPr lang="en-US" dirty="0"/>
          </a:p>
          <a:p>
            <a:pPr marL="0" indent="0">
              <a:buNone/>
            </a:pPr>
            <a:r>
              <a:rPr lang="en-US" dirty="0"/>
              <a:t>With the transition of Trilinos to the HPSF, open-source partner contribution and collaboration is more greatly emphasized.  This increased emphasis highlights the need to improve the contribution experience, particularly with respect to accessible CI processes, </a:t>
            </a:r>
            <a:r>
              <a:rPr lang="en-US"/>
              <a:t>and simpler </a:t>
            </a:r>
            <a:r>
              <a:rPr lang="en-US" dirty="0"/>
              <a:t>build experience.</a:t>
            </a:r>
          </a:p>
          <a:p>
            <a:pPr marL="0" indent="0">
              <a:buNone/>
            </a:pPr>
            <a:endParaRPr lang="en-US" dirty="0"/>
          </a:p>
          <a:p>
            <a:pPr marL="0" indent="0">
              <a:buNone/>
            </a:pPr>
            <a:r>
              <a:rPr lang="en-US" dirty="0"/>
              <a:t>Special thanks to Anderson Chauphan, Joe Frye, and Justin LaPre for their contributions to the team and to this presentation.</a:t>
            </a:r>
          </a:p>
        </p:txBody>
      </p:sp>
      <p:sp>
        <p:nvSpPr>
          <p:cNvPr id="4" name="Slide Number Placeholder 3">
            <a:extLst>
              <a:ext uri="{FF2B5EF4-FFF2-40B4-BE49-F238E27FC236}">
                <a16:creationId xmlns:a16="http://schemas.microsoft.com/office/drawing/2014/main" id="{21538873-4929-9040-A68C-541B5699723A}"/>
              </a:ext>
            </a:extLst>
          </p:cNvPr>
          <p:cNvSpPr>
            <a:spLocks noGrp="1"/>
          </p:cNvSpPr>
          <p:nvPr>
            <p:ph type="sldNum" sz="quarter" idx="4"/>
          </p:nvPr>
        </p:nvSpPr>
        <p:spPr/>
        <p:txBody>
          <a:bodyPr/>
          <a:lstStyle/>
          <a:p>
            <a:fld id="{6FB6B91F-BB11-E946-B7F6-1372EDB8DEC1}" type="slidenum">
              <a:rPr lang="en-US" smtClean="0"/>
              <a:pPr/>
              <a:t>2</a:t>
            </a:fld>
            <a:endParaRPr lang="en-US" dirty="0"/>
          </a:p>
        </p:txBody>
      </p:sp>
    </p:spTree>
    <p:extLst>
      <p:ext uri="{BB962C8B-B14F-4D97-AF65-F5344CB8AC3E}">
        <p14:creationId xmlns:p14="http://schemas.microsoft.com/office/powerpoint/2010/main" val="1815692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E46CF-B939-6685-7CA7-A3058CB4B80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AD5038B-1024-DC2C-1CCA-8B6F9BFF6ED9}"/>
              </a:ext>
            </a:extLst>
          </p:cNvPr>
          <p:cNvSpPr>
            <a:spLocks noGrp="1"/>
          </p:cNvSpPr>
          <p:nvPr>
            <p:ph type="ctrTitle"/>
          </p:nvPr>
        </p:nvSpPr>
        <p:spPr/>
        <p:txBody>
          <a:bodyPr/>
          <a:lstStyle/>
          <a:p>
            <a:r>
              <a:rPr lang="en-US" dirty="0"/>
              <a:t>How Trilinos CI Testing Works</a:t>
            </a:r>
          </a:p>
        </p:txBody>
      </p:sp>
      <p:sp>
        <p:nvSpPr>
          <p:cNvPr id="2" name="Slide Number Placeholder 1">
            <a:extLst>
              <a:ext uri="{FF2B5EF4-FFF2-40B4-BE49-F238E27FC236}">
                <a16:creationId xmlns:a16="http://schemas.microsoft.com/office/drawing/2014/main" id="{94635685-977B-5C1B-64A4-D084782200CF}"/>
              </a:ext>
            </a:extLst>
          </p:cNvPr>
          <p:cNvSpPr>
            <a:spLocks noGrp="1"/>
          </p:cNvSpPr>
          <p:nvPr>
            <p:ph type="sldNum" sz="quarter" idx="4"/>
          </p:nvPr>
        </p:nvSpPr>
        <p:spPr/>
        <p:txBody>
          <a:bodyPr/>
          <a:lstStyle/>
          <a:p>
            <a:fld id="{6FB6B91F-BB11-E946-B7F6-1372EDB8DEC1}" type="slidenum">
              <a:rPr lang="en-US" smtClean="0"/>
              <a:pPr/>
              <a:t>3</a:t>
            </a:fld>
            <a:endParaRPr lang="en-US" dirty="0"/>
          </a:p>
        </p:txBody>
      </p:sp>
    </p:spTree>
    <p:extLst>
      <p:ext uri="{BB962C8B-B14F-4D97-AF65-F5344CB8AC3E}">
        <p14:creationId xmlns:p14="http://schemas.microsoft.com/office/powerpoint/2010/main" val="1928028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C5047-69D7-9EBA-1F70-D397216CD2EF}"/>
              </a:ext>
            </a:extLst>
          </p:cNvPr>
          <p:cNvSpPr>
            <a:spLocks noGrp="1"/>
          </p:cNvSpPr>
          <p:nvPr>
            <p:ph type="title"/>
          </p:nvPr>
        </p:nvSpPr>
        <p:spPr/>
        <p:txBody>
          <a:bodyPr/>
          <a:lstStyle/>
          <a:p>
            <a:r>
              <a:rPr lang="en-US" dirty="0"/>
              <a:t>CI Testing</a:t>
            </a:r>
          </a:p>
        </p:txBody>
      </p:sp>
      <p:sp>
        <p:nvSpPr>
          <p:cNvPr id="3" name="Content Placeholder 2">
            <a:extLst>
              <a:ext uri="{FF2B5EF4-FFF2-40B4-BE49-F238E27FC236}">
                <a16:creationId xmlns:a16="http://schemas.microsoft.com/office/drawing/2014/main" id="{FC3416C8-85FE-1EE5-B47A-50B44E23187E}"/>
              </a:ext>
            </a:extLst>
          </p:cNvPr>
          <p:cNvSpPr>
            <a:spLocks noGrp="1"/>
          </p:cNvSpPr>
          <p:nvPr>
            <p:ph idx="1"/>
          </p:nvPr>
        </p:nvSpPr>
        <p:spPr>
          <a:xfrm>
            <a:off x="352326" y="1225691"/>
            <a:ext cx="11239500" cy="5334969"/>
          </a:xfrm>
        </p:spPr>
        <p:txBody>
          <a:bodyPr>
            <a:normAutofit lnSpcReduction="10000"/>
          </a:bodyPr>
          <a:lstStyle/>
          <a:p>
            <a:r>
              <a:rPr lang="en-US" dirty="0"/>
              <a:t>Trilinos uses a modified version of the “</a:t>
            </a:r>
            <a:r>
              <a:rPr lang="en-US" dirty="0" err="1"/>
              <a:t>Gitflow</a:t>
            </a:r>
            <a:r>
              <a:rPr lang="en-US" dirty="0"/>
              <a:t>” workflow with a </a:t>
            </a:r>
            <a:r>
              <a:rPr lang="en-US" dirty="0">
                <a:latin typeface="Courier New" panose="02070309020205020404" pitchFamily="49" charset="0"/>
                <a:cs typeface="Courier New" panose="02070309020205020404" pitchFamily="49" charset="0"/>
              </a:rPr>
              <a:t>develop</a:t>
            </a:r>
            <a:r>
              <a:rPr lang="en-US" dirty="0"/>
              <a:t> and </a:t>
            </a:r>
            <a:r>
              <a:rPr lang="en-US" dirty="0">
                <a:latin typeface="Courier New" panose="02070309020205020404" pitchFamily="49" charset="0"/>
                <a:cs typeface="Courier New" panose="02070309020205020404" pitchFamily="49" charset="0"/>
              </a:rPr>
              <a:t>master</a:t>
            </a:r>
            <a:r>
              <a:rPr lang="en-US" dirty="0"/>
              <a:t> (main) branch, where developers merge changes to </a:t>
            </a:r>
            <a:r>
              <a:rPr lang="en-US" dirty="0">
                <a:latin typeface="Courier New" panose="02070309020205020404" pitchFamily="49" charset="0"/>
                <a:cs typeface="Courier New" panose="02070309020205020404" pitchFamily="49" charset="0"/>
              </a:rPr>
              <a:t>develop</a:t>
            </a:r>
            <a:r>
              <a:rPr lang="en-US" dirty="0"/>
              <a:t>, and the summation of those changes is merged to </a:t>
            </a:r>
            <a:r>
              <a:rPr lang="en-US" dirty="0">
                <a:latin typeface="Courier New" panose="02070309020205020404" pitchFamily="49" charset="0"/>
                <a:cs typeface="Courier New" panose="02070309020205020404" pitchFamily="49" charset="0"/>
              </a:rPr>
              <a:t>master</a:t>
            </a:r>
            <a:r>
              <a:rPr lang="en-US" dirty="0"/>
              <a:t> on an approximately-weekly cadence.</a:t>
            </a:r>
          </a:p>
          <a:p>
            <a:r>
              <a:rPr lang="en-US" dirty="0"/>
              <a:t>As part of this workflow, Trilinos has CI-style checks running through several different automation frameworks to ensure code quality</a:t>
            </a:r>
          </a:p>
          <a:p>
            <a:pPr lvl="1"/>
            <a:r>
              <a:rPr lang="en-US" dirty="0"/>
              <a:t>Required</a:t>
            </a:r>
          </a:p>
          <a:p>
            <a:pPr lvl="2"/>
            <a:r>
              <a:rPr lang="en-US" dirty="0"/>
              <a:t>A fairly comprehensive set of package builds and tests succeed on multiple toolchains</a:t>
            </a:r>
          </a:p>
          <a:p>
            <a:pPr lvl="2"/>
            <a:r>
              <a:rPr lang="en-US" dirty="0"/>
              <a:t>No commits contain Git LFS objects (causes mirroring complexity for internal repositories)</a:t>
            </a:r>
          </a:p>
          <a:p>
            <a:pPr lvl="2"/>
            <a:r>
              <a:rPr lang="en-US" dirty="0"/>
              <a:t>All commits have a DCO signoff</a:t>
            </a:r>
          </a:p>
          <a:p>
            <a:pPr lvl="2"/>
            <a:r>
              <a:rPr lang="en-US" dirty="0"/>
              <a:t>Commits which touch packages that have opted-in to clang-tidy conform to the standard</a:t>
            </a:r>
          </a:p>
          <a:p>
            <a:pPr lvl="2"/>
            <a:r>
              <a:rPr lang="en-US" dirty="0"/>
              <a:t>MPI_COMM_WORLD is not used in any modified lines of code</a:t>
            </a:r>
          </a:p>
          <a:p>
            <a:pPr lvl="1"/>
            <a:r>
              <a:rPr lang="en-US" dirty="0"/>
              <a:t>Non-required</a:t>
            </a:r>
          </a:p>
          <a:p>
            <a:pPr lvl="2"/>
            <a:r>
              <a:rPr lang="en-US" dirty="0" err="1"/>
              <a:t>CodeQL</a:t>
            </a:r>
            <a:r>
              <a:rPr lang="en-US" dirty="0"/>
              <a:t> static analysis</a:t>
            </a:r>
          </a:p>
          <a:p>
            <a:pPr lvl="2"/>
            <a:r>
              <a:rPr lang="en-US" dirty="0"/>
              <a:t>Upcoming/experimental builds</a:t>
            </a:r>
          </a:p>
          <a:p>
            <a:pPr lvl="1"/>
            <a:endParaRPr lang="en-US" dirty="0"/>
          </a:p>
          <a:p>
            <a:pPr lvl="1"/>
            <a:endParaRPr lang="en-US" dirty="0"/>
          </a:p>
        </p:txBody>
      </p:sp>
      <p:sp>
        <p:nvSpPr>
          <p:cNvPr id="4" name="Slide Number Placeholder 3">
            <a:extLst>
              <a:ext uri="{FF2B5EF4-FFF2-40B4-BE49-F238E27FC236}">
                <a16:creationId xmlns:a16="http://schemas.microsoft.com/office/drawing/2014/main" id="{056AB5BC-8F72-42D8-6A51-FBFB819AB21E}"/>
              </a:ext>
            </a:extLst>
          </p:cNvPr>
          <p:cNvSpPr>
            <a:spLocks noGrp="1"/>
          </p:cNvSpPr>
          <p:nvPr>
            <p:ph type="sldNum" sz="quarter" idx="4"/>
          </p:nvPr>
        </p:nvSpPr>
        <p:spPr/>
        <p:txBody>
          <a:bodyPr/>
          <a:lstStyle/>
          <a:p>
            <a:fld id="{6FB6B91F-BB11-E946-B7F6-1372EDB8DEC1}" type="slidenum">
              <a:rPr lang="en-US" smtClean="0"/>
              <a:pPr/>
              <a:t>4</a:t>
            </a:fld>
            <a:endParaRPr lang="en-US" dirty="0"/>
          </a:p>
        </p:txBody>
      </p:sp>
    </p:spTree>
    <p:extLst>
      <p:ext uri="{BB962C8B-B14F-4D97-AF65-F5344CB8AC3E}">
        <p14:creationId xmlns:p14="http://schemas.microsoft.com/office/powerpoint/2010/main" val="1493725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4609487-EA2D-0FFD-7B9F-CBB7288ABFD4}"/>
              </a:ext>
            </a:extLst>
          </p:cNvPr>
          <p:cNvSpPr>
            <a:spLocks noGrp="1"/>
          </p:cNvSpPr>
          <p:nvPr>
            <p:ph type="title"/>
          </p:nvPr>
        </p:nvSpPr>
        <p:spPr/>
        <p:txBody>
          <a:bodyPr/>
          <a:lstStyle/>
          <a:p>
            <a:r>
              <a:rPr lang="en-US" dirty="0">
                <a:ea typeface="Open Sans SemiBold"/>
                <a:cs typeface="Open Sans SemiBold"/>
              </a:rPr>
              <a:t>How does Trilinos CI V1 work?</a:t>
            </a:r>
            <a:endParaRPr lang="en-US" dirty="0"/>
          </a:p>
        </p:txBody>
      </p:sp>
      <p:sp>
        <p:nvSpPr>
          <p:cNvPr id="9" name="TextBox 8">
            <a:extLst>
              <a:ext uri="{FF2B5EF4-FFF2-40B4-BE49-F238E27FC236}">
                <a16:creationId xmlns:a16="http://schemas.microsoft.com/office/drawing/2014/main" id="{BA18EF37-088E-3B8E-DEB8-2F3D13E619EB}"/>
              </a:ext>
            </a:extLst>
          </p:cNvPr>
          <p:cNvSpPr txBox="1"/>
          <p:nvPr/>
        </p:nvSpPr>
        <p:spPr>
          <a:xfrm>
            <a:off x="7613617" y="4233284"/>
            <a:ext cx="718542" cy="253916"/>
          </a:xfrm>
          <a:prstGeom prst="rect">
            <a:avLst/>
          </a:prstGeom>
          <a:noFill/>
        </p:spPr>
        <p:txBody>
          <a:bodyPr wrap="square" rtlCol="0">
            <a:spAutoFit/>
          </a:bodyPr>
          <a:lstStyle/>
          <a:p>
            <a:r>
              <a:rPr lang="en-US" sz="1050" dirty="0">
                <a:solidFill>
                  <a:schemeClr val="bg1"/>
                </a:solidFill>
              </a:rPr>
              <a:t>AT1 job</a:t>
            </a:r>
          </a:p>
        </p:txBody>
      </p:sp>
      <p:sp>
        <p:nvSpPr>
          <p:cNvPr id="12" name="TextBox 11">
            <a:extLst>
              <a:ext uri="{FF2B5EF4-FFF2-40B4-BE49-F238E27FC236}">
                <a16:creationId xmlns:a16="http://schemas.microsoft.com/office/drawing/2014/main" id="{221BACA4-1E3F-6AF3-D0FA-8FCD794534D8}"/>
              </a:ext>
            </a:extLst>
          </p:cNvPr>
          <p:cNvSpPr txBox="1"/>
          <p:nvPr/>
        </p:nvSpPr>
        <p:spPr>
          <a:xfrm>
            <a:off x="7432492" y="4401726"/>
            <a:ext cx="718542" cy="253916"/>
          </a:xfrm>
          <a:prstGeom prst="rect">
            <a:avLst/>
          </a:prstGeom>
          <a:noFill/>
        </p:spPr>
        <p:txBody>
          <a:bodyPr wrap="square" rtlCol="0">
            <a:spAutoFit/>
          </a:bodyPr>
          <a:lstStyle/>
          <a:p>
            <a:r>
              <a:rPr lang="en-US" sz="1050" dirty="0">
                <a:solidFill>
                  <a:schemeClr val="bg1"/>
                </a:solidFill>
              </a:rPr>
              <a:t>AT1 job</a:t>
            </a:r>
          </a:p>
        </p:txBody>
      </p:sp>
      <p:grpSp>
        <p:nvGrpSpPr>
          <p:cNvPr id="42" name="Group 41">
            <a:extLst>
              <a:ext uri="{FF2B5EF4-FFF2-40B4-BE49-F238E27FC236}">
                <a16:creationId xmlns:a16="http://schemas.microsoft.com/office/drawing/2014/main" id="{F6982EDE-AB08-3CBF-A169-1734CC70D564}"/>
              </a:ext>
            </a:extLst>
          </p:cNvPr>
          <p:cNvGrpSpPr/>
          <p:nvPr/>
        </p:nvGrpSpPr>
        <p:grpSpPr>
          <a:xfrm>
            <a:off x="8288419" y="2023246"/>
            <a:ext cx="2843841" cy="2418878"/>
            <a:chOff x="7518396" y="2048839"/>
            <a:chExt cx="2843841" cy="2418878"/>
          </a:xfrm>
          <a:solidFill>
            <a:schemeClr val="bg2">
              <a:lumMod val="40000"/>
              <a:lumOff val="60000"/>
            </a:schemeClr>
          </a:solidFill>
        </p:grpSpPr>
        <p:sp>
          <p:nvSpPr>
            <p:cNvPr id="28" name="Rectangle: Rounded Corners 27">
              <a:extLst>
                <a:ext uri="{FF2B5EF4-FFF2-40B4-BE49-F238E27FC236}">
                  <a16:creationId xmlns:a16="http://schemas.microsoft.com/office/drawing/2014/main" id="{BC100741-069D-50A5-B3D9-40637A390F73}"/>
                </a:ext>
              </a:extLst>
            </p:cNvPr>
            <p:cNvSpPr/>
            <p:nvPr/>
          </p:nvSpPr>
          <p:spPr>
            <a:xfrm>
              <a:off x="7518396" y="2048839"/>
              <a:ext cx="2843841" cy="2418878"/>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 name="TextBox 28">
              <a:extLst>
                <a:ext uri="{FF2B5EF4-FFF2-40B4-BE49-F238E27FC236}">
                  <a16:creationId xmlns:a16="http://schemas.microsoft.com/office/drawing/2014/main" id="{E8357F8B-179E-530D-057D-87FC2E939B96}"/>
                </a:ext>
              </a:extLst>
            </p:cNvPr>
            <p:cNvSpPr txBox="1"/>
            <p:nvPr/>
          </p:nvSpPr>
          <p:spPr>
            <a:xfrm>
              <a:off x="7937549" y="2082659"/>
              <a:ext cx="1988503" cy="369332"/>
            </a:xfrm>
            <a:prstGeom prst="rect">
              <a:avLst/>
            </a:prstGeom>
            <a:grpFill/>
          </p:spPr>
          <p:txBody>
            <a:bodyPr wrap="square" rtlCol="0">
              <a:spAutoFit/>
            </a:bodyPr>
            <a:lstStyle/>
            <a:p>
              <a:pPr algn="ctr"/>
              <a:r>
                <a:rPr lang="en-US" dirty="0">
                  <a:solidFill>
                    <a:schemeClr val="bg1"/>
                  </a:solidFill>
                </a:rPr>
                <a:t>AutoTester1 job</a:t>
              </a:r>
            </a:p>
          </p:txBody>
        </p:sp>
        <p:sp>
          <p:nvSpPr>
            <p:cNvPr id="38" name="TextBox 37">
              <a:extLst>
                <a:ext uri="{FF2B5EF4-FFF2-40B4-BE49-F238E27FC236}">
                  <a16:creationId xmlns:a16="http://schemas.microsoft.com/office/drawing/2014/main" id="{C9EAAF6B-D54B-5C98-8AB4-D0E053BA2B3C}"/>
                </a:ext>
              </a:extLst>
            </p:cNvPr>
            <p:cNvSpPr txBox="1"/>
            <p:nvPr/>
          </p:nvSpPr>
          <p:spPr>
            <a:xfrm>
              <a:off x="7694855" y="2441689"/>
              <a:ext cx="2625177" cy="646331"/>
            </a:xfrm>
            <a:prstGeom prst="rect">
              <a:avLst/>
            </a:prstGeom>
            <a:grpFill/>
          </p:spPr>
          <p:txBody>
            <a:bodyPr wrap="square" rtlCol="0">
              <a:spAutoFit/>
            </a:bodyPr>
            <a:lstStyle/>
            <a:p>
              <a:r>
                <a:rPr lang="en-US" sz="1200" dirty="0">
                  <a:solidFill>
                    <a:schemeClr val="bg1"/>
                  </a:solidFill>
                </a:rPr>
                <a:t>Set up merged state</a:t>
              </a:r>
            </a:p>
            <a:p>
              <a:r>
                <a:rPr lang="en-US" sz="1200" dirty="0">
                  <a:solidFill>
                    <a:schemeClr val="bg1"/>
                  </a:solidFill>
                </a:rPr>
                <a:t>Execute build-and-test script(s)</a:t>
              </a:r>
            </a:p>
            <a:p>
              <a:r>
                <a:rPr lang="en-US" sz="1200" dirty="0">
                  <a:solidFill>
                    <a:schemeClr val="bg1"/>
                  </a:solidFill>
                </a:rPr>
                <a:t>Report status back to pipeline</a:t>
              </a:r>
            </a:p>
          </p:txBody>
        </p:sp>
        <p:pic>
          <p:nvPicPr>
            <p:cNvPr id="27" name="Picture 26">
              <a:extLst>
                <a:ext uri="{FF2B5EF4-FFF2-40B4-BE49-F238E27FC236}">
                  <a16:creationId xmlns:a16="http://schemas.microsoft.com/office/drawing/2014/main" id="{B4322E23-F9C4-57D6-0702-27585F9B97A5}"/>
                </a:ext>
              </a:extLst>
            </p:cNvPr>
            <p:cNvPicPr>
              <a:picLocks noChangeAspect="1"/>
            </p:cNvPicPr>
            <p:nvPr/>
          </p:nvPicPr>
          <p:blipFill>
            <a:blip r:embed="rId3"/>
            <a:stretch>
              <a:fillRect/>
            </a:stretch>
          </p:blipFill>
          <p:spPr>
            <a:xfrm>
              <a:off x="7753956" y="2161532"/>
              <a:ext cx="242695" cy="263593"/>
            </a:xfrm>
            <a:prstGeom prst="rect">
              <a:avLst/>
            </a:prstGeom>
            <a:grpFill/>
          </p:spPr>
        </p:pic>
      </p:grpSp>
      <p:cxnSp>
        <p:nvCxnSpPr>
          <p:cNvPr id="48" name="Straight Arrow Connector 47">
            <a:extLst>
              <a:ext uri="{FF2B5EF4-FFF2-40B4-BE49-F238E27FC236}">
                <a16:creationId xmlns:a16="http://schemas.microsoft.com/office/drawing/2014/main" id="{94C11ECD-383B-C664-B87B-E35999555877}"/>
              </a:ext>
            </a:extLst>
          </p:cNvPr>
          <p:cNvCxnSpPr>
            <a:cxnSpLocks/>
          </p:cNvCxnSpPr>
          <p:nvPr/>
        </p:nvCxnSpPr>
        <p:spPr>
          <a:xfrm flipH="1">
            <a:off x="7271368" y="2919629"/>
            <a:ext cx="125261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79" name="Group 78">
            <a:extLst>
              <a:ext uri="{FF2B5EF4-FFF2-40B4-BE49-F238E27FC236}">
                <a16:creationId xmlns:a16="http://schemas.microsoft.com/office/drawing/2014/main" id="{79F06B43-3DBE-CCAE-1B28-571264D3088C}"/>
              </a:ext>
            </a:extLst>
          </p:cNvPr>
          <p:cNvGrpSpPr/>
          <p:nvPr/>
        </p:nvGrpSpPr>
        <p:grpSpPr>
          <a:xfrm>
            <a:off x="4688755" y="2023246"/>
            <a:ext cx="2582613" cy="3183113"/>
            <a:chOff x="3918732" y="2023246"/>
            <a:chExt cx="2582613" cy="3183113"/>
          </a:xfrm>
          <a:solidFill>
            <a:schemeClr val="bg2">
              <a:lumMod val="40000"/>
              <a:lumOff val="60000"/>
            </a:schemeClr>
          </a:solidFill>
        </p:grpSpPr>
        <p:sp>
          <p:nvSpPr>
            <p:cNvPr id="10" name="Rectangle: Rounded Corners 9">
              <a:extLst>
                <a:ext uri="{FF2B5EF4-FFF2-40B4-BE49-F238E27FC236}">
                  <a16:creationId xmlns:a16="http://schemas.microsoft.com/office/drawing/2014/main" id="{2291CBF1-EE86-BCC9-4D39-2FAA4936BC5E}"/>
                </a:ext>
              </a:extLst>
            </p:cNvPr>
            <p:cNvSpPr/>
            <p:nvPr/>
          </p:nvSpPr>
          <p:spPr>
            <a:xfrm>
              <a:off x="3925909" y="2023246"/>
              <a:ext cx="2575436" cy="3183113"/>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TextBox 10">
              <a:extLst>
                <a:ext uri="{FF2B5EF4-FFF2-40B4-BE49-F238E27FC236}">
                  <a16:creationId xmlns:a16="http://schemas.microsoft.com/office/drawing/2014/main" id="{568E9398-E7E3-8153-9E52-B26F82826DD7}"/>
                </a:ext>
              </a:extLst>
            </p:cNvPr>
            <p:cNvSpPr txBox="1"/>
            <p:nvPr/>
          </p:nvSpPr>
          <p:spPr>
            <a:xfrm>
              <a:off x="4352981" y="2048839"/>
              <a:ext cx="1598455" cy="369332"/>
            </a:xfrm>
            <a:prstGeom prst="rect">
              <a:avLst/>
            </a:prstGeom>
            <a:grpFill/>
          </p:spPr>
          <p:txBody>
            <a:bodyPr wrap="square" rtlCol="0">
              <a:spAutoFit/>
            </a:bodyPr>
            <a:lstStyle/>
            <a:p>
              <a:pPr algn="ctr"/>
              <a:r>
                <a:rPr lang="en-US" dirty="0" err="1">
                  <a:solidFill>
                    <a:schemeClr val="bg1"/>
                  </a:solidFill>
                </a:rPr>
                <a:t>AutoTester</a:t>
              </a:r>
              <a:endParaRPr lang="en-US" dirty="0">
                <a:solidFill>
                  <a:schemeClr val="bg1"/>
                </a:solidFill>
              </a:endParaRPr>
            </a:p>
          </p:txBody>
        </p:sp>
        <p:sp>
          <p:nvSpPr>
            <p:cNvPr id="18" name="TextBox 17">
              <a:extLst>
                <a:ext uri="{FF2B5EF4-FFF2-40B4-BE49-F238E27FC236}">
                  <a16:creationId xmlns:a16="http://schemas.microsoft.com/office/drawing/2014/main" id="{64DCEC55-4B7A-C7D0-498D-F641804FD764}"/>
                </a:ext>
              </a:extLst>
            </p:cNvPr>
            <p:cNvSpPr txBox="1"/>
            <p:nvPr/>
          </p:nvSpPr>
          <p:spPr>
            <a:xfrm>
              <a:off x="4924657" y="4052218"/>
              <a:ext cx="1470739" cy="830997"/>
            </a:xfrm>
            <a:prstGeom prst="rect">
              <a:avLst/>
            </a:prstGeom>
            <a:grpFill/>
          </p:spPr>
          <p:txBody>
            <a:bodyPr wrap="square" rtlCol="0">
              <a:spAutoFit/>
            </a:bodyPr>
            <a:lstStyle/>
            <a:p>
              <a:pPr algn="r"/>
              <a:r>
                <a:rPr lang="en-US" sz="1200" dirty="0">
                  <a:solidFill>
                    <a:schemeClr val="bg1"/>
                  </a:solidFill>
                </a:rPr>
                <a:t>gcc-openmpi</a:t>
              </a:r>
            </a:p>
            <a:p>
              <a:pPr algn="r"/>
              <a:r>
                <a:rPr lang="en-US" sz="1200" dirty="0">
                  <a:solidFill>
                    <a:schemeClr val="bg1"/>
                  </a:solidFill>
                </a:rPr>
                <a:t>intel-classic</a:t>
              </a:r>
            </a:p>
            <a:p>
              <a:pPr algn="r"/>
              <a:r>
                <a:rPr lang="en-US" sz="1200" dirty="0">
                  <a:solidFill>
                    <a:schemeClr val="bg1"/>
                  </a:solidFill>
                </a:rPr>
                <a:t>framework-tests</a:t>
              </a:r>
            </a:p>
            <a:p>
              <a:pPr algn="r"/>
              <a:r>
                <a:rPr lang="en-US" sz="1200" dirty="0">
                  <a:solidFill>
                    <a:schemeClr val="bg1"/>
                  </a:solidFill>
                </a:rPr>
                <a:t>…</a:t>
              </a:r>
            </a:p>
          </p:txBody>
        </p:sp>
        <p:sp>
          <p:nvSpPr>
            <p:cNvPr id="60" name="TextBox 59">
              <a:extLst>
                <a:ext uri="{FF2B5EF4-FFF2-40B4-BE49-F238E27FC236}">
                  <a16:creationId xmlns:a16="http://schemas.microsoft.com/office/drawing/2014/main" id="{890FA827-A7E6-BBA9-705B-1CCA33CB1C21}"/>
                </a:ext>
              </a:extLst>
            </p:cNvPr>
            <p:cNvSpPr txBox="1"/>
            <p:nvPr/>
          </p:nvSpPr>
          <p:spPr>
            <a:xfrm>
              <a:off x="3918732" y="2431690"/>
              <a:ext cx="2551949" cy="861774"/>
            </a:xfrm>
            <a:prstGeom prst="rect">
              <a:avLst/>
            </a:prstGeom>
            <a:noFill/>
          </p:spPr>
          <p:txBody>
            <a:bodyPr wrap="square" rtlCol="0">
              <a:spAutoFit/>
            </a:bodyPr>
            <a:lstStyle/>
            <a:p>
              <a:r>
                <a:rPr lang="en-US" sz="1000" dirty="0">
                  <a:solidFill>
                    <a:schemeClr val="bg1"/>
                  </a:solidFill>
                  <a:latin typeface="Courier New" panose="02070309020205020404" pitchFamily="49" charset="0"/>
                  <a:cs typeface="Courier New" panose="02070309020205020404" pitchFamily="49" charset="0"/>
                </a:rPr>
                <a:t>for pr in </a:t>
              </a:r>
              <a:r>
                <a:rPr lang="en-US" sz="1000" dirty="0" err="1">
                  <a:solidFill>
                    <a:schemeClr val="bg1"/>
                  </a:solidFill>
                  <a:latin typeface="Courier New" panose="02070309020205020404" pitchFamily="49" charset="0"/>
                  <a:cs typeface="Courier New" panose="02070309020205020404" pitchFamily="49" charset="0"/>
                </a:rPr>
                <a:t>open_prs</a:t>
              </a:r>
              <a:r>
                <a:rPr lang="en-US" sz="1000" dirty="0">
                  <a:solidFill>
                    <a:schemeClr val="bg1"/>
                  </a:solidFill>
                  <a:latin typeface="Courier New" panose="02070309020205020404" pitchFamily="49" charset="0"/>
                  <a:cs typeface="Courier New" panose="02070309020205020404" pitchFamily="49" charset="0"/>
                </a:rPr>
                <a:t>:</a:t>
              </a:r>
            </a:p>
            <a:p>
              <a:r>
                <a:rPr lang="en-US" sz="1000" dirty="0">
                  <a:solidFill>
                    <a:schemeClr val="bg1"/>
                  </a:solidFill>
                  <a:latin typeface="Courier New" panose="02070309020205020404" pitchFamily="49" charset="0"/>
                  <a:cs typeface="Courier New" panose="02070309020205020404" pitchFamily="49" charset="0"/>
                </a:rPr>
                <a:t>  </a:t>
              </a:r>
              <a:r>
                <a:rPr lang="en-US" sz="1000" dirty="0" err="1">
                  <a:solidFill>
                    <a:schemeClr val="bg1"/>
                  </a:solidFill>
                  <a:latin typeface="Courier New" panose="02070309020205020404" pitchFamily="49" charset="0"/>
                  <a:cs typeface="Courier New" panose="02070309020205020404" pitchFamily="49" charset="0"/>
                </a:rPr>
                <a:t>report_start_status_comment</a:t>
              </a:r>
              <a:r>
                <a:rPr lang="en-US" sz="1000" dirty="0">
                  <a:solidFill>
                    <a:schemeClr val="bg1"/>
                  </a:solidFill>
                  <a:latin typeface="Courier New" panose="02070309020205020404" pitchFamily="49" charset="0"/>
                  <a:cs typeface="Courier New" panose="02070309020205020404" pitchFamily="49" charset="0"/>
                </a:rPr>
                <a:t>()</a:t>
              </a:r>
            </a:p>
            <a:p>
              <a:r>
                <a:rPr lang="en-US" sz="1000" dirty="0">
                  <a:solidFill>
                    <a:schemeClr val="bg1"/>
                  </a:solidFill>
                  <a:latin typeface="Courier New" panose="02070309020205020404" pitchFamily="49" charset="0"/>
                  <a:cs typeface="Courier New" panose="02070309020205020404" pitchFamily="49" charset="0"/>
                </a:rPr>
                <a:t>  </a:t>
              </a:r>
              <a:r>
                <a:rPr lang="en-US" sz="1000" dirty="0" err="1">
                  <a:solidFill>
                    <a:schemeClr val="bg1"/>
                  </a:solidFill>
                  <a:latin typeface="Courier New" panose="02070309020205020404" pitchFamily="49" charset="0"/>
                  <a:cs typeface="Courier New" panose="02070309020205020404" pitchFamily="49" charset="0"/>
                </a:rPr>
                <a:t>launch_all_test_jobs</a:t>
              </a:r>
              <a:r>
                <a:rPr lang="en-US" sz="1000" dirty="0">
                  <a:solidFill>
                    <a:schemeClr val="bg1"/>
                  </a:solidFill>
                  <a:latin typeface="Courier New" panose="02070309020205020404" pitchFamily="49" charset="0"/>
                  <a:cs typeface="Courier New" panose="02070309020205020404" pitchFamily="49" charset="0"/>
                </a:rPr>
                <a:t>()</a:t>
              </a:r>
            </a:p>
            <a:p>
              <a:r>
                <a:rPr lang="en-US" sz="1000" dirty="0">
                  <a:solidFill>
                    <a:schemeClr val="bg1"/>
                  </a:solidFill>
                  <a:latin typeface="Courier New" panose="02070309020205020404" pitchFamily="49" charset="0"/>
                  <a:cs typeface="Courier New" panose="02070309020205020404" pitchFamily="49" charset="0"/>
                </a:rPr>
                <a:t>  </a:t>
              </a:r>
              <a:r>
                <a:rPr lang="en-US" sz="1000" dirty="0" err="1">
                  <a:solidFill>
                    <a:schemeClr val="bg1"/>
                  </a:solidFill>
                  <a:latin typeface="Courier New" panose="02070309020205020404" pitchFamily="49" charset="0"/>
                  <a:cs typeface="Courier New" panose="02070309020205020404" pitchFamily="49" charset="0"/>
                </a:rPr>
                <a:t>wait_on_all_test_jobs</a:t>
              </a:r>
              <a:r>
                <a:rPr lang="en-US" sz="1000" dirty="0">
                  <a:solidFill>
                    <a:schemeClr val="bg1"/>
                  </a:solidFill>
                  <a:latin typeface="Courier New" panose="02070309020205020404" pitchFamily="49" charset="0"/>
                  <a:cs typeface="Courier New" panose="02070309020205020404" pitchFamily="49" charset="0"/>
                </a:rPr>
                <a:t>()</a:t>
              </a:r>
            </a:p>
            <a:p>
              <a:r>
                <a:rPr lang="en-US" sz="1000" dirty="0">
                  <a:solidFill>
                    <a:schemeClr val="bg1"/>
                  </a:solidFill>
                  <a:latin typeface="Courier New" panose="02070309020205020404" pitchFamily="49" charset="0"/>
                  <a:cs typeface="Courier New" panose="02070309020205020404" pitchFamily="49" charset="0"/>
                </a:rPr>
                <a:t>  </a:t>
              </a:r>
              <a:r>
                <a:rPr lang="en-US" sz="1000" dirty="0" err="1">
                  <a:solidFill>
                    <a:schemeClr val="bg1"/>
                  </a:solidFill>
                  <a:latin typeface="Courier New" panose="02070309020205020404" pitchFamily="49" charset="0"/>
                  <a:cs typeface="Courier New" panose="02070309020205020404" pitchFamily="49" charset="0"/>
                </a:rPr>
                <a:t>report_end_status_comment</a:t>
              </a:r>
              <a:r>
                <a:rPr lang="en-US" sz="1000" dirty="0">
                  <a:solidFill>
                    <a:schemeClr val="bg1"/>
                  </a:solidFill>
                  <a:latin typeface="Courier New" panose="02070309020205020404" pitchFamily="49" charset="0"/>
                  <a:cs typeface="Courier New" panose="02070309020205020404" pitchFamily="49" charset="0"/>
                </a:rPr>
                <a:t>()</a:t>
              </a:r>
            </a:p>
          </p:txBody>
        </p:sp>
        <p:pic>
          <p:nvPicPr>
            <p:cNvPr id="26" name="Picture 25">
              <a:extLst>
                <a:ext uri="{FF2B5EF4-FFF2-40B4-BE49-F238E27FC236}">
                  <a16:creationId xmlns:a16="http://schemas.microsoft.com/office/drawing/2014/main" id="{78527973-C4B2-8AB0-31F0-2A2925FE96D4}"/>
                </a:ext>
              </a:extLst>
            </p:cNvPr>
            <p:cNvPicPr>
              <a:picLocks noChangeAspect="1"/>
            </p:cNvPicPr>
            <p:nvPr/>
          </p:nvPicPr>
          <p:blipFill>
            <a:blip r:embed="rId3"/>
            <a:stretch>
              <a:fillRect/>
            </a:stretch>
          </p:blipFill>
          <p:spPr>
            <a:xfrm>
              <a:off x="4231633" y="2105030"/>
              <a:ext cx="242695" cy="256950"/>
            </a:xfrm>
            <a:prstGeom prst="rect">
              <a:avLst/>
            </a:prstGeom>
            <a:grpFill/>
          </p:spPr>
        </p:pic>
        <p:sp>
          <p:nvSpPr>
            <p:cNvPr id="52" name="TextBox 51">
              <a:extLst>
                <a:ext uri="{FF2B5EF4-FFF2-40B4-BE49-F238E27FC236}">
                  <a16:creationId xmlns:a16="http://schemas.microsoft.com/office/drawing/2014/main" id="{5509BD17-0424-662E-2ED9-3CE93409BDF7}"/>
                </a:ext>
              </a:extLst>
            </p:cNvPr>
            <p:cNvSpPr txBox="1"/>
            <p:nvPr/>
          </p:nvSpPr>
          <p:spPr>
            <a:xfrm>
              <a:off x="3942191" y="3463596"/>
              <a:ext cx="2542872" cy="461665"/>
            </a:xfrm>
            <a:prstGeom prst="rect">
              <a:avLst/>
            </a:prstGeom>
            <a:grpFill/>
          </p:spPr>
          <p:txBody>
            <a:bodyPr wrap="square" rtlCol="0">
              <a:spAutoFit/>
            </a:bodyPr>
            <a:lstStyle/>
            <a:p>
              <a:pPr algn="ctr">
                <a:spcBef>
                  <a:spcPts val="1000"/>
                </a:spcBef>
                <a:spcAft>
                  <a:spcPts val="600"/>
                </a:spcAft>
              </a:pPr>
              <a:r>
                <a:rPr lang="en-US" sz="1200" dirty="0">
                  <a:solidFill>
                    <a:schemeClr val="bg1"/>
                  </a:solidFill>
                </a:rPr>
                <a:t>Pipeline controllable (limited) via </a:t>
              </a:r>
              <a:r>
                <a:rPr lang="en-US" sz="1200" b="1" dirty="0">
                  <a:solidFill>
                    <a:schemeClr val="bg1"/>
                  </a:solidFill>
                </a:rPr>
                <a:t>AT: </a:t>
              </a:r>
              <a:r>
                <a:rPr lang="en-US" sz="1200" dirty="0">
                  <a:solidFill>
                    <a:schemeClr val="bg1"/>
                  </a:solidFill>
                </a:rPr>
                <a:t>labels on Pull Requests</a:t>
              </a:r>
            </a:p>
          </p:txBody>
        </p:sp>
      </p:grpSp>
      <p:grpSp>
        <p:nvGrpSpPr>
          <p:cNvPr id="53" name="Group 52">
            <a:extLst>
              <a:ext uri="{FF2B5EF4-FFF2-40B4-BE49-F238E27FC236}">
                <a16:creationId xmlns:a16="http://schemas.microsoft.com/office/drawing/2014/main" id="{D2ABEFC5-A5FA-EB16-6CAE-46C6A54CA4F5}"/>
              </a:ext>
            </a:extLst>
          </p:cNvPr>
          <p:cNvGrpSpPr/>
          <p:nvPr/>
        </p:nvGrpSpPr>
        <p:grpSpPr>
          <a:xfrm>
            <a:off x="720648" y="4054323"/>
            <a:ext cx="918935" cy="1037738"/>
            <a:chOff x="724405" y="4045532"/>
            <a:chExt cx="918935" cy="1037738"/>
          </a:xfrm>
          <a:solidFill>
            <a:schemeClr val="bg2">
              <a:lumMod val="40000"/>
              <a:lumOff val="60000"/>
            </a:schemeClr>
          </a:solidFill>
        </p:grpSpPr>
        <p:sp>
          <p:nvSpPr>
            <p:cNvPr id="56" name="Rectangle: Rounded Corners 73">
              <a:extLst>
                <a:ext uri="{FF2B5EF4-FFF2-40B4-BE49-F238E27FC236}">
                  <a16:creationId xmlns:a16="http://schemas.microsoft.com/office/drawing/2014/main" id="{5D3C35F6-BBCD-649E-B7FA-4CCAF679EFCD}"/>
                </a:ext>
              </a:extLst>
            </p:cNvPr>
            <p:cNvSpPr/>
            <p:nvPr/>
          </p:nvSpPr>
          <p:spPr>
            <a:xfrm>
              <a:off x="724405" y="4045532"/>
              <a:ext cx="740750" cy="1037738"/>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4" name="TextBox 53">
              <a:extLst>
                <a:ext uri="{FF2B5EF4-FFF2-40B4-BE49-F238E27FC236}">
                  <a16:creationId xmlns:a16="http://schemas.microsoft.com/office/drawing/2014/main" id="{D148DA00-0B8B-F028-7E67-55650EB02042}"/>
                </a:ext>
              </a:extLst>
            </p:cNvPr>
            <p:cNvSpPr txBox="1"/>
            <p:nvPr/>
          </p:nvSpPr>
          <p:spPr>
            <a:xfrm>
              <a:off x="752237" y="4718745"/>
              <a:ext cx="891103" cy="307777"/>
            </a:xfrm>
            <a:prstGeom prst="rect">
              <a:avLst/>
            </a:prstGeom>
            <a:noFill/>
          </p:spPr>
          <p:txBody>
            <a:bodyPr wrap="square" rtlCol="0">
              <a:spAutoFit/>
            </a:bodyPr>
            <a:lstStyle/>
            <a:p>
              <a:r>
                <a:rPr lang="en-US" sz="1400" dirty="0" err="1">
                  <a:solidFill>
                    <a:schemeClr val="bg1"/>
                  </a:solidFill>
                </a:rPr>
                <a:t>CDash</a:t>
              </a:r>
              <a:endParaRPr lang="en-US" sz="1400" dirty="0">
                <a:solidFill>
                  <a:schemeClr val="bg1"/>
                </a:solidFill>
              </a:endParaRPr>
            </a:p>
          </p:txBody>
        </p:sp>
        <p:pic>
          <p:nvPicPr>
            <p:cNvPr id="58" name="Picture 57">
              <a:extLst>
                <a:ext uri="{FF2B5EF4-FFF2-40B4-BE49-F238E27FC236}">
                  <a16:creationId xmlns:a16="http://schemas.microsoft.com/office/drawing/2014/main" id="{977E534C-87CA-F786-5034-D060ECF18A6E}"/>
                </a:ext>
              </a:extLst>
            </p:cNvPr>
            <p:cNvPicPr>
              <a:picLocks noChangeAspect="1"/>
            </p:cNvPicPr>
            <p:nvPr/>
          </p:nvPicPr>
          <p:blipFill>
            <a:blip r:embed="rId4"/>
            <a:stretch>
              <a:fillRect/>
            </a:stretch>
          </p:blipFill>
          <p:spPr>
            <a:xfrm>
              <a:off x="827300" y="4204331"/>
              <a:ext cx="534960" cy="491917"/>
            </a:xfrm>
            <a:prstGeom prst="rect">
              <a:avLst/>
            </a:prstGeom>
            <a:grpFill/>
          </p:spPr>
        </p:pic>
      </p:grpSp>
      <p:cxnSp>
        <p:nvCxnSpPr>
          <p:cNvPr id="63" name="Elbow Connector 62">
            <a:extLst>
              <a:ext uri="{FF2B5EF4-FFF2-40B4-BE49-F238E27FC236}">
                <a16:creationId xmlns:a16="http://schemas.microsoft.com/office/drawing/2014/main" id="{1E0FBDED-1827-7DA0-E2D2-06A7AC7BC979}"/>
              </a:ext>
            </a:extLst>
          </p:cNvPr>
          <p:cNvCxnSpPr>
            <a:cxnSpLocks/>
            <a:endCxn id="56" idx="2"/>
          </p:cNvCxnSpPr>
          <p:nvPr/>
        </p:nvCxnSpPr>
        <p:spPr>
          <a:xfrm rot="10800000" flipV="1">
            <a:off x="1091024" y="2733151"/>
            <a:ext cx="9713335" cy="2358910"/>
          </a:xfrm>
          <a:prstGeom prst="bentConnector4">
            <a:avLst>
              <a:gd name="adj1" fmla="val -6780"/>
              <a:gd name="adj2" fmla="val 109691"/>
            </a:avLst>
          </a:prstGeom>
          <a:ln>
            <a:tailEnd type="triangle"/>
          </a:ln>
        </p:spPr>
        <p:style>
          <a:lnRef idx="1">
            <a:schemeClr val="dk1"/>
          </a:lnRef>
          <a:fillRef idx="0">
            <a:schemeClr val="dk1"/>
          </a:fillRef>
          <a:effectRef idx="0">
            <a:schemeClr val="dk1"/>
          </a:effectRef>
          <a:fontRef idx="minor">
            <a:schemeClr val="tx1"/>
          </a:fontRef>
        </p:style>
      </p:cxnSp>
      <p:cxnSp>
        <p:nvCxnSpPr>
          <p:cNvPr id="98" name="Straight Connector 97">
            <a:extLst>
              <a:ext uri="{FF2B5EF4-FFF2-40B4-BE49-F238E27FC236}">
                <a16:creationId xmlns:a16="http://schemas.microsoft.com/office/drawing/2014/main" id="{028333DF-C4DE-CF60-8491-FB84CA7767D1}"/>
              </a:ext>
            </a:extLst>
          </p:cNvPr>
          <p:cNvCxnSpPr>
            <a:cxnSpLocks/>
          </p:cNvCxnSpPr>
          <p:nvPr/>
        </p:nvCxnSpPr>
        <p:spPr>
          <a:xfrm>
            <a:off x="3753853" y="914400"/>
            <a:ext cx="0" cy="5769142"/>
          </a:xfrm>
          <a:prstGeom prst="line">
            <a:avLst/>
          </a:prstGeom>
          <a:ln w="38100">
            <a:solidFill>
              <a:schemeClr val="bg1"/>
            </a:solidFill>
            <a:prstDash val="sysDash"/>
          </a:ln>
        </p:spPr>
        <p:style>
          <a:lnRef idx="1">
            <a:schemeClr val="dk1"/>
          </a:lnRef>
          <a:fillRef idx="0">
            <a:schemeClr val="dk1"/>
          </a:fillRef>
          <a:effectRef idx="0">
            <a:schemeClr val="dk1"/>
          </a:effectRef>
          <a:fontRef idx="minor">
            <a:schemeClr val="tx1"/>
          </a:fontRef>
        </p:style>
      </p:cxnSp>
      <p:sp>
        <p:nvSpPr>
          <p:cNvPr id="101" name="TextBox 100">
            <a:extLst>
              <a:ext uri="{FF2B5EF4-FFF2-40B4-BE49-F238E27FC236}">
                <a16:creationId xmlns:a16="http://schemas.microsoft.com/office/drawing/2014/main" id="{26142A89-B4AC-4C90-F918-F14CBBD697A8}"/>
              </a:ext>
            </a:extLst>
          </p:cNvPr>
          <p:cNvSpPr txBox="1"/>
          <p:nvPr/>
        </p:nvSpPr>
        <p:spPr>
          <a:xfrm>
            <a:off x="2177716" y="5973679"/>
            <a:ext cx="1404552" cy="369332"/>
          </a:xfrm>
          <a:prstGeom prst="rect">
            <a:avLst/>
          </a:prstGeom>
          <a:noFill/>
        </p:spPr>
        <p:txBody>
          <a:bodyPr wrap="none" rtlCol="0">
            <a:spAutoFit/>
          </a:bodyPr>
          <a:lstStyle/>
          <a:p>
            <a:pPr algn="l">
              <a:spcBef>
                <a:spcPts val="1000"/>
              </a:spcBef>
              <a:spcAft>
                <a:spcPts val="600"/>
              </a:spcAft>
            </a:pPr>
            <a:r>
              <a:rPr lang="en-US" dirty="0">
                <a:solidFill>
                  <a:schemeClr val="bg1"/>
                </a:solidFill>
              </a:rPr>
              <a:t>User-facing</a:t>
            </a:r>
          </a:p>
        </p:txBody>
      </p:sp>
      <p:sp>
        <p:nvSpPr>
          <p:cNvPr id="105" name="TextBox 104">
            <a:extLst>
              <a:ext uri="{FF2B5EF4-FFF2-40B4-BE49-F238E27FC236}">
                <a16:creationId xmlns:a16="http://schemas.microsoft.com/office/drawing/2014/main" id="{D130EE54-6190-9DC0-3A4B-9D1F267E2090}"/>
              </a:ext>
            </a:extLst>
          </p:cNvPr>
          <p:cNvSpPr txBox="1"/>
          <p:nvPr/>
        </p:nvSpPr>
        <p:spPr>
          <a:xfrm>
            <a:off x="3893455" y="5973679"/>
            <a:ext cx="2040943" cy="369332"/>
          </a:xfrm>
          <a:prstGeom prst="rect">
            <a:avLst/>
          </a:prstGeom>
          <a:noFill/>
        </p:spPr>
        <p:txBody>
          <a:bodyPr wrap="none" rtlCol="0">
            <a:spAutoFit/>
          </a:bodyPr>
          <a:lstStyle/>
          <a:p>
            <a:pPr algn="l">
              <a:spcBef>
                <a:spcPts val="1000"/>
              </a:spcBef>
              <a:spcAft>
                <a:spcPts val="600"/>
              </a:spcAft>
            </a:pPr>
            <a:r>
              <a:rPr lang="en-US" dirty="0">
                <a:solidFill>
                  <a:schemeClr val="bg1"/>
                </a:solidFill>
              </a:rPr>
              <a:t>Internal (opaque)</a:t>
            </a:r>
          </a:p>
        </p:txBody>
      </p:sp>
      <p:grpSp>
        <p:nvGrpSpPr>
          <p:cNvPr id="108" name="Group 107">
            <a:extLst>
              <a:ext uri="{FF2B5EF4-FFF2-40B4-BE49-F238E27FC236}">
                <a16:creationId xmlns:a16="http://schemas.microsoft.com/office/drawing/2014/main" id="{5783DA5B-046B-1D9E-637F-DED607412EB5}"/>
              </a:ext>
            </a:extLst>
          </p:cNvPr>
          <p:cNvGrpSpPr/>
          <p:nvPr/>
        </p:nvGrpSpPr>
        <p:grpSpPr>
          <a:xfrm>
            <a:off x="720648" y="4054323"/>
            <a:ext cx="918935" cy="1037738"/>
            <a:chOff x="724405" y="4045532"/>
            <a:chExt cx="918935" cy="1037738"/>
          </a:xfrm>
        </p:grpSpPr>
        <p:sp>
          <p:nvSpPr>
            <p:cNvPr id="109" name="TextBox 108">
              <a:extLst>
                <a:ext uri="{FF2B5EF4-FFF2-40B4-BE49-F238E27FC236}">
                  <a16:creationId xmlns:a16="http://schemas.microsoft.com/office/drawing/2014/main" id="{BC89DA49-410A-E570-79CB-E9FCEA7C11A0}"/>
                </a:ext>
              </a:extLst>
            </p:cNvPr>
            <p:cNvSpPr txBox="1"/>
            <p:nvPr/>
          </p:nvSpPr>
          <p:spPr>
            <a:xfrm>
              <a:off x="752237" y="4718745"/>
              <a:ext cx="891103" cy="307777"/>
            </a:xfrm>
            <a:prstGeom prst="rect">
              <a:avLst/>
            </a:prstGeom>
            <a:noFill/>
          </p:spPr>
          <p:txBody>
            <a:bodyPr wrap="square" rtlCol="0">
              <a:spAutoFit/>
            </a:bodyPr>
            <a:lstStyle/>
            <a:p>
              <a:r>
                <a:rPr lang="en-US" sz="1400" dirty="0" err="1">
                  <a:solidFill>
                    <a:schemeClr val="bg1"/>
                  </a:solidFill>
                </a:rPr>
                <a:t>CDash</a:t>
              </a:r>
              <a:endParaRPr lang="en-US" sz="1400" dirty="0">
                <a:solidFill>
                  <a:schemeClr val="bg1"/>
                </a:solidFill>
              </a:endParaRPr>
            </a:p>
          </p:txBody>
        </p:sp>
        <p:sp>
          <p:nvSpPr>
            <p:cNvPr id="112" name="Rectangle: Rounded Corners 73">
              <a:extLst>
                <a:ext uri="{FF2B5EF4-FFF2-40B4-BE49-F238E27FC236}">
                  <a16:creationId xmlns:a16="http://schemas.microsoft.com/office/drawing/2014/main" id="{D8A6D0BD-2153-FB5F-D196-CCD47BC11FF4}"/>
                </a:ext>
              </a:extLst>
            </p:cNvPr>
            <p:cNvSpPr/>
            <p:nvPr/>
          </p:nvSpPr>
          <p:spPr>
            <a:xfrm>
              <a:off x="724405" y="4045532"/>
              <a:ext cx="740750" cy="103773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113" name="Picture 112">
              <a:extLst>
                <a:ext uri="{FF2B5EF4-FFF2-40B4-BE49-F238E27FC236}">
                  <a16:creationId xmlns:a16="http://schemas.microsoft.com/office/drawing/2014/main" id="{8A8F064D-CC0D-AD2D-8E83-8B983AE54229}"/>
                </a:ext>
              </a:extLst>
            </p:cNvPr>
            <p:cNvPicPr>
              <a:picLocks noChangeAspect="1"/>
            </p:cNvPicPr>
            <p:nvPr/>
          </p:nvPicPr>
          <p:blipFill>
            <a:blip r:embed="rId4">
              <a:alphaModFix/>
            </a:blip>
            <a:stretch>
              <a:fillRect/>
            </a:stretch>
          </p:blipFill>
          <p:spPr>
            <a:xfrm>
              <a:off x="827300" y="4204331"/>
              <a:ext cx="534960" cy="491917"/>
            </a:xfrm>
            <a:prstGeom prst="rect">
              <a:avLst/>
            </a:prstGeom>
            <a:noFill/>
          </p:spPr>
        </p:pic>
      </p:grpSp>
      <p:grpSp>
        <p:nvGrpSpPr>
          <p:cNvPr id="114" name="Group 113">
            <a:extLst>
              <a:ext uri="{FF2B5EF4-FFF2-40B4-BE49-F238E27FC236}">
                <a16:creationId xmlns:a16="http://schemas.microsoft.com/office/drawing/2014/main" id="{6E43E3FF-0F7A-5875-8499-FEDA74169577}"/>
              </a:ext>
            </a:extLst>
          </p:cNvPr>
          <p:cNvGrpSpPr/>
          <p:nvPr/>
        </p:nvGrpSpPr>
        <p:grpSpPr>
          <a:xfrm>
            <a:off x="633505" y="1637080"/>
            <a:ext cx="2388901" cy="1306612"/>
            <a:chOff x="633505" y="1637080"/>
            <a:chExt cx="2388901" cy="1306612"/>
          </a:xfrm>
          <a:solidFill>
            <a:schemeClr val="bg2">
              <a:lumMod val="40000"/>
              <a:lumOff val="60000"/>
            </a:schemeClr>
          </a:solidFill>
        </p:grpSpPr>
        <p:sp>
          <p:nvSpPr>
            <p:cNvPr id="115" name="Rectangle: Rounded Corners 4">
              <a:extLst>
                <a:ext uri="{FF2B5EF4-FFF2-40B4-BE49-F238E27FC236}">
                  <a16:creationId xmlns:a16="http://schemas.microsoft.com/office/drawing/2014/main" id="{121D3B76-2DC2-EA20-87B1-C092C3460574}"/>
                </a:ext>
              </a:extLst>
            </p:cNvPr>
            <p:cNvSpPr/>
            <p:nvPr/>
          </p:nvSpPr>
          <p:spPr>
            <a:xfrm>
              <a:off x="720648" y="1637080"/>
              <a:ext cx="2301758" cy="1306612"/>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6" name="TextBox 115">
              <a:extLst>
                <a:ext uri="{FF2B5EF4-FFF2-40B4-BE49-F238E27FC236}">
                  <a16:creationId xmlns:a16="http://schemas.microsoft.com/office/drawing/2014/main" id="{7B81A7C9-ADB3-2E47-6BA4-298B036FF63A}"/>
                </a:ext>
              </a:extLst>
            </p:cNvPr>
            <p:cNvSpPr txBox="1"/>
            <p:nvPr/>
          </p:nvSpPr>
          <p:spPr>
            <a:xfrm>
              <a:off x="1082222" y="2412473"/>
              <a:ext cx="1598455" cy="369332"/>
            </a:xfrm>
            <a:prstGeom prst="rect">
              <a:avLst/>
            </a:prstGeom>
            <a:grpFill/>
          </p:spPr>
          <p:txBody>
            <a:bodyPr wrap="square" rtlCol="0">
              <a:spAutoFit/>
            </a:bodyPr>
            <a:lstStyle/>
            <a:p>
              <a:pPr algn="ctr"/>
              <a:r>
                <a:rPr lang="en-US" dirty="0">
                  <a:solidFill>
                    <a:schemeClr val="bg1"/>
                  </a:solidFill>
                </a:rPr>
                <a:t>Pull Request</a:t>
              </a:r>
            </a:p>
          </p:txBody>
        </p:sp>
        <p:pic>
          <p:nvPicPr>
            <p:cNvPr id="117" name="Picture 2" descr="GitHub Logo">
              <a:extLst>
                <a:ext uri="{FF2B5EF4-FFF2-40B4-BE49-F238E27FC236}">
                  <a16:creationId xmlns:a16="http://schemas.microsoft.com/office/drawing/2014/main" id="{58CF4507-7D61-90D0-9F94-7C91C5E963B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3505" y="1715900"/>
              <a:ext cx="1059486" cy="596339"/>
            </a:xfrm>
            <a:prstGeom prst="rect">
              <a:avLst/>
            </a:prstGeom>
            <a:noFill/>
          </p:spPr>
        </p:pic>
      </p:grpSp>
      <p:cxnSp>
        <p:nvCxnSpPr>
          <p:cNvPr id="34" name="Straight Arrow Connector 33">
            <a:extLst>
              <a:ext uri="{FF2B5EF4-FFF2-40B4-BE49-F238E27FC236}">
                <a16:creationId xmlns:a16="http://schemas.microsoft.com/office/drawing/2014/main" id="{83611278-4AF7-EF9C-0E82-971B31A1ECA2}"/>
              </a:ext>
            </a:extLst>
          </p:cNvPr>
          <p:cNvCxnSpPr>
            <a:cxnSpLocks/>
          </p:cNvCxnSpPr>
          <p:nvPr/>
        </p:nvCxnSpPr>
        <p:spPr>
          <a:xfrm>
            <a:off x="7131606" y="4360242"/>
            <a:ext cx="5437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61A8B583-05FC-4CA5-A89B-8FEEBBB7CC37}"/>
              </a:ext>
            </a:extLst>
          </p:cNvPr>
          <p:cNvCxnSpPr>
            <a:cxnSpLocks/>
          </p:cNvCxnSpPr>
          <p:nvPr/>
        </p:nvCxnSpPr>
        <p:spPr>
          <a:xfrm>
            <a:off x="7131606" y="4528684"/>
            <a:ext cx="36726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9" name="Straight Arrow Connector 58">
            <a:extLst>
              <a:ext uri="{FF2B5EF4-FFF2-40B4-BE49-F238E27FC236}">
                <a16:creationId xmlns:a16="http://schemas.microsoft.com/office/drawing/2014/main" id="{326A9393-4E62-A512-D824-380A6981EBAC}"/>
              </a:ext>
            </a:extLst>
          </p:cNvPr>
          <p:cNvCxnSpPr>
            <a:cxnSpLocks/>
          </p:cNvCxnSpPr>
          <p:nvPr/>
        </p:nvCxnSpPr>
        <p:spPr>
          <a:xfrm flipH="1">
            <a:off x="3022406" y="2550695"/>
            <a:ext cx="174209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71162B22-A2CA-E462-DA36-C23380E63E8B}"/>
              </a:ext>
            </a:extLst>
          </p:cNvPr>
          <p:cNvCxnSpPr>
            <a:cxnSpLocks/>
          </p:cNvCxnSpPr>
          <p:nvPr/>
        </p:nvCxnSpPr>
        <p:spPr>
          <a:xfrm flipH="1">
            <a:off x="3022406" y="2723947"/>
            <a:ext cx="187444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Elbow Connector 39">
            <a:extLst>
              <a:ext uri="{FF2B5EF4-FFF2-40B4-BE49-F238E27FC236}">
                <a16:creationId xmlns:a16="http://schemas.microsoft.com/office/drawing/2014/main" id="{F7CD9FD5-F25A-D1B0-9B3E-FD200206530B}"/>
              </a:ext>
            </a:extLst>
          </p:cNvPr>
          <p:cNvCxnSpPr>
            <a:cxnSpLocks/>
          </p:cNvCxnSpPr>
          <p:nvPr/>
        </p:nvCxnSpPr>
        <p:spPr>
          <a:xfrm rot="10800000">
            <a:off x="3022409" y="2848513"/>
            <a:ext cx="1874445" cy="34126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44" name="Elbow Connector 43">
            <a:extLst>
              <a:ext uri="{FF2B5EF4-FFF2-40B4-BE49-F238E27FC236}">
                <a16:creationId xmlns:a16="http://schemas.microsoft.com/office/drawing/2014/main" id="{F293DB4B-255B-20E1-B4B1-DA75B9A9FC84}"/>
              </a:ext>
            </a:extLst>
          </p:cNvPr>
          <p:cNvCxnSpPr>
            <a:cxnSpLocks/>
            <a:endCxn id="28" idx="1"/>
          </p:cNvCxnSpPr>
          <p:nvPr/>
        </p:nvCxnSpPr>
        <p:spPr>
          <a:xfrm flipV="1">
            <a:off x="7131606" y="3232685"/>
            <a:ext cx="1156813" cy="948289"/>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61563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Group 55">
            <a:extLst>
              <a:ext uri="{FF2B5EF4-FFF2-40B4-BE49-F238E27FC236}">
                <a16:creationId xmlns:a16="http://schemas.microsoft.com/office/drawing/2014/main" id="{AF768B31-C7A3-5375-E0A4-6EAF9B2FB1AB}"/>
              </a:ext>
            </a:extLst>
          </p:cNvPr>
          <p:cNvGrpSpPr/>
          <p:nvPr/>
        </p:nvGrpSpPr>
        <p:grpSpPr>
          <a:xfrm>
            <a:off x="8422529" y="3800785"/>
            <a:ext cx="2741368" cy="885162"/>
            <a:chOff x="8422529" y="3800785"/>
            <a:chExt cx="2741368" cy="885162"/>
          </a:xfrm>
        </p:grpSpPr>
        <p:sp>
          <p:nvSpPr>
            <p:cNvPr id="42" name="Rectangle: Rounded Corners 4">
              <a:extLst>
                <a:ext uri="{FF2B5EF4-FFF2-40B4-BE49-F238E27FC236}">
                  <a16:creationId xmlns:a16="http://schemas.microsoft.com/office/drawing/2014/main" id="{CB8FCC48-9C67-D31E-645D-B004978EF0A8}"/>
                </a:ext>
              </a:extLst>
            </p:cNvPr>
            <p:cNvSpPr/>
            <p:nvPr/>
          </p:nvSpPr>
          <p:spPr>
            <a:xfrm>
              <a:off x="8422529" y="3800785"/>
              <a:ext cx="2741368" cy="885162"/>
            </a:xfrm>
            <a:prstGeom prst="round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1032" name="Picture 8" descr="File storage icon symbol,logo vector illustration design template">
              <a:extLst>
                <a:ext uri="{FF2B5EF4-FFF2-40B4-BE49-F238E27FC236}">
                  <a16:creationId xmlns:a16="http://schemas.microsoft.com/office/drawing/2014/main" id="{D5CD62BB-9936-A893-C961-9EDC47FDE4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998" t="17663" r="13053" b="14905"/>
            <a:stretch/>
          </p:blipFill>
          <p:spPr bwMode="auto">
            <a:xfrm>
              <a:off x="8646954" y="3923542"/>
              <a:ext cx="607469" cy="553931"/>
            </a:xfrm>
            <a:prstGeom prst="rect">
              <a:avLst/>
            </a:prstGeom>
            <a:solidFill>
              <a:srgbClr val="FFFFFF"/>
            </a:solidFill>
          </p:spPr>
        </p:pic>
        <p:sp>
          <p:nvSpPr>
            <p:cNvPr id="41" name="TextBox 40">
              <a:extLst>
                <a:ext uri="{FF2B5EF4-FFF2-40B4-BE49-F238E27FC236}">
                  <a16:creationId xmlns:a16="http://schemas.microsoft.com/office/drawing/2014/main" id="{534AC503-9542-EC4E-1F8B-B52790649801}"/>
                </a:ext>
              </a:extLst>
            </p:cNvPr>
            <p:cNvSpPr txBox="1"/>
            <p:nvPr/>
          </p:nvSpPr>
          <p:spPr>
            <a:xfrm>
              <a:off x="9359175" y="3924965"/>
              <a:ext cx="1725136" cy="523220"/>
            </a:xfrm>
            <a:prstGeom prst="rect">
              <a:avLst/>
            </a:prstGeom>
            <a:solidFill>
              <a:schemeClr val="bg2">
                <a:lumMod val="40000"/>
                <a:lumOff val="60000"/>
              </a:schemeClr>
            </a:solidFill>
          </p:spPr>
          <p:txBody>
            <a:bodyPr wrap="square" rtlCol="0">
              <a:spAutoFit/>
            </a:bodyPr>
            <a:lstStyle/>
            <a:p>
              <a:pPr algn="l">
                <a:spcBef>
                  <a:spcPts val="1000"/>
                </a:spcBef>
                <a:spcAft>
                  <a:spcPts val="600"/>
                </a:spcAft>
              </a:pPr>
              <a:r>
                <a:rPr lang="en-US" sz="1400" dirty="0">
                  <a:solidFill>
                    <a:schemeClr val="bg1"/>
                  </a:solidFill>
                </a:rPr>
                <a:t>persistent ccache object storage</a:t>
              </a:r>
            </a:p>
          </p:txBody>
        </p:sp>
      </p:grpSp>
      <p:sp>
        <p:nvSpPr>
          <p:cNvPr id="3" name="Title 2">
            <a:extLst>
              <a:ext uri="{FF2B5EF4-FFF2-40B4-BE49-F238E27FC236}">
                <a16:creationId xmlns:a16="http://schemas.microsoft.com/office/drawing/2014/main" id="{F4609487-EA2D-0FFD-7B9F-CBB7288ABFD4}"/>
              </a:ext>
            </a:extLst>
          </p:cNvPr>
          <p:cNvSpPr>
            <a:spLocks noGrp="1"/>
          </p:cNvSpPr>
          <p:nvPr>
            <p:ph type="title"/>
          </p:nvPr>
        </p:nvSpPr>
        <p:spPr/>
        <p:txBody>
          <a:bodyPr/>
          <a:lstStyle/>
          <a:p>
            <a:r>
              <a:rPr lang="en-US" dirty="0">
                <a:ea typeface="Open Sans SemiBold"/>
                <a:cs typeface="Open Sans SemiBold"/>
              </a:rPr>
              <a:t>How does Trilinos CI V2 work?</a:t>
            </a:r>
            <a:endParaRPr lang="en-US" dirty="0"/>
          </a:p>
        </p:txBody>
      </p:sp>
      <p:cxnSp>
        <p:nvCxnSpPr>
          <p:cNvPr id="14" name="Straight Arrow Connector 13">
            <a:extLst>
              <a:ext uri="{FF2B5EF4-FFF2-40B4-BE49-F238E27FC236}">
                <a16:creationId xmlns:a16="http://schemas.microsoft.com/office/drawing/2014/main" id="{D75F4D2C-1BCA-16D1-512B-77DA4E85235C}"/>
              </a:ext>
            </a:extLst>
          </p:cNvPr>
          <p:cNvCxnSpPr>
            <a:cxnSpLocks/>
          </p:cNvCxnSpPr>
          <p:nvPr/>
        </p:nvCxnSpPr>
        <p:spPr>
          <a:xfrm>
            <a:off x="3022406" y="2585387"/>
            <a:ext cx="64929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Rectangle: Rounded Corners 27">
            <a:extLst>
              <a:ext uri="{FF2B5EF4-FFF2-40B4-BE49-F238E27FC236}">
                <a16:creationId xmlns:a16="http://schemas.microsoft.com/office/drawing/2014/main" id="{BC100741-069D-50A5-B3D9-40637A390F73}"/>
              </a:ext>
            </a:extLst>
          </p:cNvPr>
          <p:cNvSpPr/>
          <p:nvPr/>
        </p:nvSpPr>
        <p:spPr>
          <a:xfrm>
            <a:off x="8060478" y="2048839"/>
            <a:ext cx="3276389" cy="1373396"/>
          </a:xfrm>
          <a:prstGeom prst="round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 name="TextBox 28">
            <a:extLst>
              <a:ext uri="{FF2B5EF4-FFF2-40B4-BE49-F238E27FC236}">
                <a16:creationId xmlns:a16="http://schemas.microsoft.com/office/drawing/2014/main" id="{E8357F8B-179E-530D-057D-87FC2E939B96}"/>
              </a:ext>
            </a:extLst>
          </p:cNvPr>
          <p:cNvSpPr txBox="1"/>
          <p:nvPr/>
        </p:nvSpPr>
        <p:spPr>
          <a:xfrm>
            <a:off x="8995898" y="2092475"/>
            <a:ext cx="2163740" cy="646331"/>
          </a:xfrm>
          <a:prstGeom prst="rect">
            <a:avLst/>
          </a:prstGeom>
          <a:noFill/>
        </p:spPr>
        <p:txBody>
          <a:bodyPr wrap="square" rtlCol="0">
            <a:spAutoFit/>
          </a:bodyPr>
          <a:lstStyle/>
          <a:p>
            <a:pPr algn="ctr"/>
            <a:r>
              <a:rPr lang="en-US" dirty="0">
                <a:solidFill>
                  <a:schemeClr val="bg1"/>
                </a:solidFill>
              </a:rPr>
              <a:t>Sandia-Hosted Runner</a:t>
            </a:r>
          </a:p>
        </p:txBody>
      </p:sp>
      <p:sp>
        <p:nvSpPr>
          <p:cNvPr id="38" name="TextBox 37">
            <a:extLst>
              <a:ext uri="{FF2B5EF4-FFF2-40B4-BE49-F238E27FC236}">
                <a16:creationId xmlns:a16="http://schemas.microsoft.com/office/drawing/2014/main" id="{C9EAAF6B-D54B-5C98-8AB4-D0E053BA2B3C}"/>
              </a:ext>
            </a:extLst>
          </p:cNvPr>
          <p:cNvSpPr txBox="1"/>
          <p:nvPr/>
        </p:nvSpPr>
        <p:spPr>
          <a:xfrm>
            <a:off x="8188136" y="2692829"/>
            <a:ext cx="2688020" cy="646331"/>
          </a:xfrm>
          <a:prstGeom prst="rect">
            <a:avLst/>
          </a:prstGeom>
          <a:noFill/>
        </p:spPr>
        <p:txBody>
          <a:bodyPr wrap="square" rtlCol="0">
            <a:spAutoFit/>
          </a:bodyPr>
          <a:lstStyle/>
          <a:p>
            <a:r>
              <a:rPr lang="en-US" sz="1200" dirty="0">
                <a:solidFill>
                  <a:schemeClr val="bg1"/>
                </a:solidFill>
                <a:highlight>
                  <a:srgbClr val="808000"/>
                </a:highlight>
              </a:rPr>
              <a:t>Check if job can be run</a:t>
            </a:r>
          </a:p>
          <a:p>
            <a:r>
              <a:rPr lang="en-US" sz="1200" dirty="0">
                <a:solidFill>
                  <a:schemeClr val="bg1"/>
                </a:solidFill>
              </a:rPr>
              <a:t>Check out merged state</a:t>
            </a:r>
          </a:p>
          <a:p>
            <a:r>
              <a:rPr lang="en-US" sz="1200" dirty="0">
                <a:solidFill>
                  <a:schemeClr val="bg1"/>
                </a:solidFill>
              </a:rPr>
              <a:t>Execute build-and-test script(s)</a:t>
            </a:r>
          </a:p>
        </p:txBody>
      </p:sp>
      <p:sp>
        <p:nvSpPr>
          <p:cNvPr id="9" name="TextBox 8">
            <a:extLst>
              <a:ext uri="{FF2B5EF4-FFF2-40B4-BE49-F238E27FC236}">
                <a16:creationId xmlns:a16="http://schemas.microsoft.com/office/drawing/2014/main" id="{BA18EF37-088E-3B8E-DEB8-2F3D13E619EB}"/>
              </a:ext>
            </a:extLst>
          </p:cNvPr>
          <p:cNvSpPr txBox="1"/>
          <p:nvPr/>
        </p:nvSpPr>
        <p:spPr>
          <a:xfrm>
            <a:off x="7134564" y="2594597"/>
            <a:ext cx="718542" cy="253916"/>
          </a:xfrm>
          <a:prstGeom prst="rect">
            <a:avLst/>
          </a:prstGeom>
          <a:noFill/>
        </p:spPr>
        <p:txBody>
          <a:bodyPr wrap="square" rtlCol="0">
            <a:spAutoFit/>
          </a:bodyPr>
          <a:lstStyle/>
          <a:p>
            <a:r>
              <a:rPr lang="en-US" sz="1050">
                <a:solidFill>
                  <a:schemeClr val="bg1"/>
                </a:solidFill>
              </a:rPr>
              <a:t>Runner</a:t>
            </a:r>
          </a:p>
        </p:txBody>
      </p:sp>
      <p:sp>
        <p:nvSpPr>
          <p:cNvPr id="12" name="TextBox 11">
            <a:extLst>
              <a:ext uri="{FF2B5EF4-FFF2-40B4-BE49-F238E27FC236}">
                <a16:creationId xmlns:a16="http://schemas.microsoft.com/office/drawing/2014/main" id="{221BACA4-1E3F-6AF3-D0FA-8FCD794534D8}"/>
              </a:ext>
            </a:extLst>
          </p:cNvPr>
          <p:cNvSpPr txBox="1"/>
          <p:nvPr/>
        </p:nvSpPr>
        <p:spPr>
          <a:xfrm>
            <a:off x="6965287" y="2764069"/>
            <a:ext cx="718542" cy="253916"/>
          </a:xfrm>
          <a:prstGeom prst="rect">
            <a:avLst/>
          </a:prstGeom>
          <a:noFill/>
        </p:spPr>
        <p:txBody>
          <a:bodyPr wrap="square" rtlCol="0">
            <a:spAutoFit/>
          </a:bodyPr>
          <a:lstStyle/>
          <a:p>
            <a:r>
              <a:rPr lang="en-US" sz="1050" dirty="0">
                <a:solidFill>
                  <a:schemeClr val="bg1"/>
                </a:solidFill>
              </a:rPr>
              <a:t>Runner</a:t>
            </a:r>
          </a:p>
        </p:txBody>
      </p:sp>
      <p:grpSp>
        <p:nvGrpSpPr>
          <p:cNvPr id="58" name="Group 57">
            <a:extLst>
              <a:ext uri="{FF2B5EF4-FFF2-40B4-BE49-F238E27FC236}">
                <a16:creationId xmlns:a16="http://schemas.microsoft.com/office/drawing/2014/main" id="{6A125BB9-8618-8E1F-A561-925E57B347CA}"/>
              </a:ext>
            </a:extLst>
          </p:cNvPr>
          <p:cNvGrpSpPr/>
          <p:nvPr/>
        </p:nvGrpSpPr>
        <p:grpSpPr>
          <a:xfrm>
            <a:off x="720648" y="4054323"/>
            <a:ext cx="918935" cy="1037738"/>
            <a:chOff x="724405" y="4045532"/>
            <a:chExt cx="918935" cy="1037738"/>
          </a:xfrm>
          <a:solidFill>
            <a:schemeClr val="bg2">
              <a:lumMod val="40000"/>
              <a:lumOff val="60000"/>
            </a:schemeClr>
          </a:solidFill>
        </p:grpSpPr>
        <p:sp>
          <p:nvSpPr>
            <p:cNvPr id="74" name="Rectangle: Rounded Corners 73">
              <a:extLst>
                <a:ext uri="{FF2B5EF4-FFF2-40B4-BE49-F238E27FC236}">
                  <a16:creationId xmlns:a16="http://schemas.microsoft.com/office/drawing/2014/main" id="{1712C7C6-0083-1CB9-2CC5-FA5906375FEC}"/>
                </a:ext>
              </a:extLst>
            </p:cNvPr>
            <p:cNvSpPr/>
            <p:nvPr/>
          </p:nvSpPr>
          <p:spPr>
            <a:xfrm>
              <a:off x="724405" y="4045532"/>
              <a:ext cx="740750" cy="1037738"/>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3" name="TextBox 72">
              <a:extLst>
                <a:ext uri="{FF2B5EF4-FFF2-40B4-BE49-F238E27FC236}">
                  <a16:creationId xmlns:a16="http://schemas.microsoft.com/office/drawing/2014/main" id="{8E1CD3CE-7560-C5A2-2500-A0DE8CD32BF0}"/>
                </a:ext>
              </a:extLst>
            </p:cNvPr>
            <p:cNvSpPr txBox="1"/>
            <p:nvPr/>
          </p:nvSpPr>
          <p:spPr>
            <a:xfrm>
              <a:off x="752237" y="4718745"/>
              <a:ext cx="891103" cy="307777"/>
            </a:xfrm>
            <a:prstGeom prst="rect">
              <a:avLst/>
            </a:prstGeom>
            <a:noFill/>
          </p:spPr>
          <p:txBody>
            <a:bodyPr wrap="square" rtlCol="0">
              <a:spAutoFit/>
            </a:bodyPr>
            <a:lstStyle/>
            <a:p>
              <a:r>
                <a:rPr lang="en-US" sz="1400" dirty="0" err="1">
                  <a:solidFill>
                    <a:schemeClr val="bg1"/>
                  </a:solidFill>
                </a:rPr>
                <a:t>CDash</a:t>
              </a:r>
              <a:endParaRPr lang="en-US" sz="1400" dirty="0">
                <a:solidFill>
                  <a:schemeClr val="bg1"/>
                </a:solidFill>
              </a:endParaRPr>
            </a:p>
          </p:txBody>
        </p:sp>
        <p:pic>
          <p:nvPicPr>
            <p:cNvPr id="25" name="Picture 24">
              <a:extLst>
                <a:ext uri="{FF2B5EF4-FFF2-40B4-BE49-F238E27FC236}">
                  <a16:creationId xmlns:a16="http://schemas.microsoft.com/office/drawing/2014/main" id="{D713395F-932E-B874-571E-0C8726721E80}"/>
                </a:ext>
              </a:extLst>
            </p:cNvPr>
            <p:cNvPicPr>
              <a:picLocks noChangeAspect="1"/>
            </p:cNvPicPr>
            <p:nvPr/>
          </p:nvPicPr>
          <p:blipFill>
            <a:blip r:embed="rId4"/>
            <a:stretch>
              <a:fillRect/>
            </a:stretch>
          </p:blipFill>
          <p:spPr>
            <a:xfrm>
              <a:off x="827300" y="4204331"/>
              <a:ext cx="534960" cy="491917"/>
            </a:xfrm>
            <a:prstGeom prst="rect">
              <a:avLst/>
            </a:prstGeom>
            <a:grpFill/>
          </p:spPr>
        </p:pic>
      </p:grpSp>
      <p:grpSp>
        <p:nvGrpSpPr>
          <p:cNvPr id="55" name="Group 54">
            <a:extLst>
              <a:ext uri="{FF2B5EF4-FFF2-40B4-BE49-F238E27FC236}">
                <a16:creationId xmlns:a16="http://schemas.microsoft.com/office/drawing/2014/main" id="{38873DCE-3C04-54B4-A610-0AB57DB0F3EB}"/>
              </a:ext>
            </a:extLst>
          </p:cNvPr>
          <p:cNvGrpSpPr/>
          <p:nvPr/>
        </p:nvGrpSpPr>
        <p:grpSpPr>
          <a:xfrm>
            <a:off x="633505" y="1637080"/>
            <a:ext cx="2388901" cy="1306612"/>
            <a:chOff x="633505" y="1637080"/>
            <a:chExt cx="2388901" cy="1306612"/>
          </a:xfrm>
        </p:grpSpPr>
        <p:sp>
          <p:nvSpPr>
            <p:cNvPr id="5" name="Rectangle: Rounded Corners 4">
              <a:extLst>
                <a:ext uri="{FF2B5EF4-FFF2-40B4-BE49-F238E27FC236}">
                  <a16:creationId xmlns:a16="http://schemas.microsoft.com/office/drawing/2014/main" id="{60ECEC0A-EA49-B0C0-B864-A499D6AFDDF4}"/>
                </a:ext>
              </a:extLst>
            </p:cNvPr>
            <p:cNvSpPr/>
            <p:nvPr/>
          </p:nvSpPr>
          <p:spPr>
            <a:xfrm>
              <a:off x="720648" y="1637080"/>
              <a:ext cx="2301758" cy="1306612"/>
            </a:xfrm>
            <a:prstGeom prst="round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TextBox 3">
              <a:extLst>
                <a:ext uri="{FF2B5EF4-FFF2-40B4-BE49-F238E27FC236}">
                  <a16:creationId xmlns:a16="http://schemas.microsoft.com/office/drawing/2014/main" id="{6EC332F2-8650-DDF1-5B3F-3B9DEC6CE82F}"/>
                </a:ext>
              </a:extLst>
            </p:cNvPr>
            <p:cNvSpPr txBox="1"/>
            <p:nvPr/>
          </p:nvSpPr>
          <p:spPr>
            <a:xfrm>
              <a:off x="1082222" y="2412473"/>
              <a:ext cx="1598455" cy="369332"/>
            </a:xfrm>
            <a:prstGeom prst="rect">
              <a:avLst/>
            </a:prstGeom>
            <a:solidFill>
              <a:schemeClr val="bg2">
                <a:lumMod val="40000"/>
                <a:lumOff val="60000"/>
              </a:schemeClr>
            </a:solidFill>
          </p:spPr>
          <p:txBody>
            <a:bodyPr wrap="square" rtlCol="0">
              <a:spAutoFit/>
            </a:bodyPr>
            <a:lstStyle/>
            <a:p>
              <a:pPr algn="ctr"/>
              <a:r>
                <a:rPr lang="en-US" dirty="0">
                  <a:solidFill>
                    <a:schemeClr val="bg1"/>
                  </a:solidFill>
                </a:rPr>
                <a:t>Pull Request</a:t>
              </a:r>
            </a:p>
          </p:txBody>
        </p:sp>
        <p:pic>
          <p:nvPicPr>
            <p:cNvPr id="1026" name="Picture 2" descr="GitHub Logo">
              <a:extLst>
                <a:ext uri="{FF2B5EF4-FFF2-40B4-BE49-F238E27FC236}">
                  <a16:creationId xmlns:a16="http://schemas.microsoft.com/office/drawing/2014/main" id="{88705503-3E7D-D317-048E-947C8C6226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3505" y="1715900"/>
              <a:ext cx="1059486" cy="596339"/>
            </a:xfrm>
            <a:prstGeom prst="rect">
              <a:avLst/>
            </a:prstGeom>
            <a:noFill/>
          </p:spPr>
        </p:pic>
      </p:grpSp>
      <p:pic>
        <p:nvPicPr>
          <p:cNvPr id="1030" name="Picture 6">
            <a:extLst>
              <a:ext uri="{FF2B5EF4-FFF2-40B4-BE49-F238E27FC236}">
                <a16:creationId xmlns:a16="http://schemas.microsoft.com/office/drawing/2014/main" id="{90F013C9-7A16-D54A-F9B1-68B26FA4B78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58876" y="2100839"/>
            <a:ext cx="583627" cy="583627"/>
          </a:xfrm>
          <a:prstGeom prst="rect">
            <a:avLst/>
          </a:prstGeom>
          <a:noFill/>
          <a:extLst>
            <a:ext uri="{909E8E84-426E-40DD-AFC4-6F175D3DCCD1}">
              <a14:hiddenFill xmlns:a14="http://schemas.microsoft.com/office/drawing/2010/main">
                <a:solidFill>
                  <a:srgbClr val="FFFFFF"/>
                </a:solidFill>
              </a14:hiddenFill>
            </a:ext>
          </a:extLst>
        </p:spPr>
      </p:pic>
      <p:cxnSp>
        <p:nvCxnSpPr>
          <p:cNvPr id="32" name="Elbow Connector 31">
            <a:extLst>
              <a:ext uri="{FF2B5EF4-FFF2-40B4-BE49-F238E27FC236}">
                <a16:creationId xmlns:a16="http://schemas.microsoft.com/office/drawing/2014/main" id="{A70598F1-F8D1-AFD3-C602-A65381E9D36F}"/>
              </a:ext>
            </a:extLst>
          </p:cNvPr>
          <p:cNvCxnSpPr>
            <a:cxnSpLocks/>
            <a:endCxn id="5" idx="2"/>
          </p:cNvCxnSpPr>
          <p:nvPr/>
        </p:nvCxnSpPr>
        <p:spPr>
          <a:xfrm rot="10800000" flipV="1">
            <a:off x="1871528" y="2848506"/>
            <a:ext cx="6316625" cy="95185"/>
          </a:xfrm>
          <a:prstGeom prst="bentConnector4">
            <a:avLst>
              <a:gd name="adj1" fmla="val 5257"/>
              <a:gd name="adj2" fmla="val 2610804"/>
            </a:avLst>
          </a:prstGeom>
          <a:ln>
            <a:tailEnd type="triangle"/>
          </a:ln>
        </p:spPr>
        <p:style>
          <a:lnRef idx="1">
            <a:schemeClr val="dk1"/>
          </a:lnRef>
          <a:fillRef idx="0">
            <a:schemeClr val="dk1"/>
          </a:fillRef>
          <a:effectRef idx="0">
            <a:schemeClr val="dk1"/>
          </a:effectRef>
          <a:fontRef idx="minor">
            <a:schemeClr val="tx1"/>
          </a:fontRef>
        </p:style>
      </p:cxnSp>
      <p:pic>
        <p:nvPicPr>
          <p:cNvPr id="40" name="Picture 39">
            <a:extLst>
              <a:ext uri="{FF2B5EF4-FFF2-40B4-BE49-F238E27FC236}">
                <a16:creationId xmlns:a16="http://schemas.microsoft.com/office/drawing/2014/main" id="{20A02E9F-35BE-0E32-3CDA-AD1078513644}"/>
              </a:ext>
            </a:extLst>
          </p:cNvPr>
          <p:cNvPicPr>
            <a:picLocks noChangeAspect="1"/>
          </p:cNvPicPr>
          <p:nvPr/>
        </p:nvPicPr>
        <p:blipFill>
          <a:blip r:embed="rId7"/>
          <a:stretch>
            <a:fillRect/>
          </a:stretch>
        </p:blipFill>
        <p:spPr>
          <a:xfrm>
            <a:off x="8118114" y="2109011"/>
            <a:ext cx="527833" cy="527833"/>
          </a:xfrm>
          <a:prstGeom prst="rect">
            <a:avLst/>
          </a:prstGeom>
        </p:spPr>
      </p:pic>
      <p:cxnSp>
        <p:nvCxnSpPr>
          <p:cNvPr id="45" name="Straight Arrow Connector 44">
            <a:extLst>
              <a:ext uri="{FF2B5EF4-FFF2-40B4-BE49-F238E27FC236}">
                <a16:creationId xmlns:a16="http://schemas.microsoft.com/office/drawing/2014/main" id="{8975F0CD-EF32-CD3F-FE28-A87EE226A44E}"/>
              </a:ext>
            </a:extLst>
          </p:cNvPr>
          <p:cNvCxnSpPr/>
          <p:nvPr/>
        </p:nvCxnSpPr>
        <p:spPr>
          <a:xfrm>
            <a:off x="9698672" y="3430897"/>
            <a:ext cx="0" cy="3717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C5DD52BF-852F-C62C-129C-0274E569B692}"/>
              </a:ext>
            </a:extLst>
          </p:cNvPr>
          <p:cNvCxnSpPr/>
          <p:nvPr/>
        </p:nvCxnSpPr>
        <p:spPr>
          <a:xfrm flipV="1">
            <a:off x="9813596" y="3422234"/>
            <a:ext cx="0" cy="3717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Elbow Connector 52">
            <a:extLst>
              <a:ext uri="{FF2B5EF4-FFF2-40B4-BE49-F238E27FC236}">
                <a16:creationId xmlns:a16="http://schemas.microsoft.com/office/drawing/2014/main" id="{95A38E87-7EC7-D462-24D9-60D6B5EBDE9B}"/>
              </a:ext>
            </a:extLst>
          </p:cNvPr>
          <p:cNvCxnSpPr>
            <a:cxnSpLocks/>
            <a:endCxn id="74" idx="2"/>
          </p:cNvCxnSpPr>
          <p:nvPr/>
        </p:nvCxnSpPr>
        <p:spPr>
          <a:xfrm rot="10800000" flipV="1">
            <a:off x="1091024" y="3194137"/>
            <a:ext cx="9412051" cy="1897924"/>
          </a:xfrm>
          <a:prstGeom prst="bentConnector4">
            <a:avLst>
              <a:gd name="adj1" fmla="val -10991"/>
              <a:gd name="adj2" fmla="val 123925"/>
            </a:avLst>
          </a:prstGeom>
          <a:ln>
            <a:tailEnd type="triangle"/>
          </a:ln>
        </p:spPr>
        <p:style>
          <a:lnRef idx="1">
            <a:schemeClr val="dk1"/>
          </a:lnRef>
          <a:fillRef idx="0">
            <a:schemeClr val="dk1"/>
          </a:fillRef>
          <a:effectRef idx="0">
            <a:schemeClr val="dk1"/>
          </a:effectRef>
          <a:fontRef idx="minor">
            <a:schemeClr val="tx1"/>
          </a:fontRef>
        </p:style>
      </p:cxnSp>
      <p:grpSp>
        <p:nvGrpSpPr>
          <p:cNvPr id="47" name="Group 46">
            <a:extLst>
              <a:ext uri="{FF2B5EF4-FFF2-40B4-BE49-F238E27FC236}">
                <a16:creationId xmlns:a16="http://schemas.microsoft.com/office/drawing/2014/main" id="{AB30A0CC-82F3-5164-BE4E-F3857278EA5D}"/>
              </a:ext>
            </a:extLst>
          </p:cNvPr>
          <p:cNvGrpSpPr/>
          <p:nvPr/>
        </p:nvGrpSpPr>
        <p:grpSpPr>
          <a:xfrm>
            <a:off x="3671696" y="2009182"/>
            <a:ext cx="2309139" cy="3183113"/>
            <a:chOff x="3671696" y="2009182"/>
            <a:chExt cx="2309139" cy="3183113"/>
          </a:xfrm>
          <a:solidFill>
            <a:schemeClr val="bg2">
              <a:lumMod val="40000"/>
              <a:lumOff val="60000"/>
            </a:schemeClr>
          </a:solidFill>
        </p:grpSpPr>
        <p:sp>
          <p:nvSpPr>
            <p:cNvPr id="10" name="Rectangle: Rounded Corners 9">
              <a:extLst>
                <a:ext uri="{FF2B5EF4-FFF2-40B4-BE49-F238E27FC236}">
                  <a16:creationId xmlns:a16="http://schemas.microsoft.com/office/drawing/2014/main" id="{2291CBF1-EE86-BCC9-4D39-2FAA4936BC5E}"/>
                </a:ext>
              </a:extLst>
            </p:cNvPr>
            <p:cNvSpPr/>
            <p:nvPr/>
          </p:nvSpPr>
          <p:spPr>
            <a:xfrm>
              <a:off x="3679077" y="2009182"/>
              <a:ext cx="2301758" cy="3183113"/>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 name="TextBox 17">
              <a:extLst>
                <a:ext uri="{FF2B5EF4-FFF2-40B4-BE49-F238E27FC236}">
                  <a16:creationId xmlns:a16="http://schemas.microsoft.com/office/drawing/2014/main" id="{64DCEC55-4B7A-C7D0-498D-F641804FD764}"/>
                </a:ext>
              </a:extLst>
            </p:cNvPr>
            <p:cNvSpPr txBox="1"/>
            <p:nvPr/>
          </p:nvSpPr>
          <p:spPr>
            <a:xfrm>
              <a:off x="4523418" y="2406571"/>
              <a:ext cx="1425902" cy="1015663"/>
            </a:xfrm>
            <a:prstGeom prst="rect">
              <a:avLst/>
            </a:prstGeom>
            <a:grpFill/>
          </p:spPr>
          <p:txBody>
            <a:bodyPr wrap="square" rtlCol="0">
              <a:spAutoFit/>
            </a:bodyPr>
            <a:lstStyle/>
            <a:p>
              <a:pPr algn="r"/>
              <a:r>
                <a:rPr lang="en-US" sz="1200" dirty="0">
                  <a:solidFill>
                    <a:schemeClr val="bg1"/>
                  </a:solidFill>
                </a:rPr>
                <a:t>gcc10-openmpi4</a:t>
              </a:r>
            </a:p>
            <a:p>
              <a:pPr algn="r"/>
              <a:r>
                <a:rPr lang="en-US" sz="1200" dirty="0">
                  <a:solidFill>
                    <a:schemeClr val="bg1"/>
                  </a:solidFill>
                </a:rPr>
                <a:t>framework-tests</a:t>
              </a:r>
            </a:p>
            <a:p>
              <a:pPr algn="r"/>
              <a:r>
                <a:rPr lang="en-US" sz="1200" dirty="0">
                  <a:solidFill>
                    <a:schemeClr val="bg1"/>
                  </a:solidFill>
                </a:rPr>
                <a:t>oneapi2024</a:t>
              </a:r>
            </a:p>
            <a:p>
              <a:pPr algn="r"/>
              <a:r>
                <a:rPr lang="en-US" sz="1200" dirty="0">
                  <a:solidFill>
                    <a:schemeClr val="bg1"/>
                  </a:solidFill>
                </a:rPr>
                <a:t>cuda11</a:t>
              </a:r>
            </a:p>
            <a:p>
              <a:pPr algn="r"/>
              <a:r>
                <a:rPr lang="en-US" sz="1200" dirty="0">
                  <a:solidFill>
                    <a:schemeClr val="bg1"/>
                  </a:solidFill>
                </a:rPr>
                <a:t>…</a:t>
              </a:r>
            </a:p>
          </p:txBody>
        </p:sp>
        <p:sp>
          <p:nvSpPr>
            <p:cNvPr id="60" name="TextBox 59">
              <a:extLst>
                <a:ext uri="{FF2B5EF4-FFF2-40B4-BE49-F238E27FC236}">
                  <a16:creationId xmlns:a16="http://schemas.microsoft.com/office/drawing/2014/main" id="{890FA827-A7E6-BBA9-705B-1CCA33CB1C21}"/>
                </a:ext>
              </a:extLst>
            </p:cNvPr>
            <p:cNvSpPr txBox="1"/>
            <p:nvPr/>
          </p:nvSpPr>
          <p:spPr>
            <a:xfrm>
              <a:off x="3671696" y="2831823"/>
              <a:ext cx="1024980" cy="938719"/>
            </a:xfrm>
            <a:prstGeom prst="rect">
              <a:avLst/>
            </a:prstGeom>
            <a:noFill/>
          </p:spPr>
          <p:txBody>
            <a:bodyPr wrap="square" rtlCol="0">
              <a:spAutoFit/>
            </a:bodyPr>
            <a:lstStyle/>
            <a:p>
              <a:r>
                <a:rPr lang="en-US" sz="1100" dirty="0">
                  <a:solidFill>
                    <a:schemeClr val="bg1"/>
                  </a:solidFill>
                </a:rPr>
                <a:t>Post comment with filtered </a:t>
              </a:r>
              <a:r>
                <a:rPr lang="en-US" sz="1100" dirty="0" err="1">
                  <a:solidFill>
                    <a:schemeClr val="bg1"/>
                  </a:solidFill>
                </a:rPr>
                <a:t>CDash</a:t>
              </a:r>
              <a:r>
                <a:rPr lang="en-US" sz="1100" dirty="0">
                  <a:solidFill>
                    <a:schemeClr val="bg1"/>
                  </a:solidFill>
                </a:rPr>
                <a:t> result URLs</a:t>
              </a:r>
            </a:p>
          </p:txBody>
        </p:sp>
        <p:pic>
          <p:nvPicPr>
            <p:cNvPr id="8" name="Picture 7">
              <a:extLst>
                <a:ext uri="{FF2B5EF4-FFF2-40B4-BE49-F238E27FC236}">
                  <a16:creationId xmlns:a16="http://schemas.microsoft.com/office/drawing/2014/main" id="{CCC159AD-68F1-68B2-529A-CB35BF4AAD39}"/>
                </a:ext>
              </a:extLst>
            </p:cNvPr>
            <p:cNvPicPr>
              <a:picLocks noChangeAspect="1"/>
            </p:cNvPicPr>
            <p:nvPr/>
          </p:nvPicPr>
          <p:blipFill>
            <a:blip r:embed="rId8"/>
            <a:stretch>
              <a:fillRect/>
            </a:stretch>
          </p:blipFill>
          <p:spPr>
            <a:xfrm>
              <a:off x="3889489" y="2109011"/>
              <a:ext cx="519620" cy="519620"/>
            </a:xfrm>
            <a:prstGeom prst="rect">
              <a:avLst/>
            </a:prstGeom>
            <a:grpFill/>
          </p:spPr>
        </p:pic>
        <p:sp>
          <p:nvSpPr>
            <p:cNvPr id="83" name="TextBox 82">
              <a:extLst>
                <a:ext uri="{FF2B5EF4-FFF2-40B4-BE49-F238E27FC236}">
                  <a16:creationId xmlns:a16="http://schemas.microsoft.com/office/drawing/2014/main" id="{8DABA13D-D6F2-D3EB-BEC0-4738B364DBE4}"/>
                </a:ext>
              </a:extLst>
            </p:cNvPr>
            <p:cNvSpPr txBox="1"/>
            <p:nvPr/>
          </p:nvSpPr>
          <p:spPr>
            <a:xfrm>
              <a:off x="3697068" y="3858618"/>
              <a:ext cx="2283767" cy="1123384"/>
            </a:xfrm>
            <a:prstGeom prst="rect">
              <a:avLst/>
            </a:prstGeom>
            <a:noFill/>
          </p:spPr>
          <p:txBody>
            <a:bodyPr wrap="none" rtlCol="0">
              <a:spAutoFit/>
            </a:bodyPr>
            <a:lstStyle/>
            <a:p>
              <a:pPr algn="l">
                <a:spcBef>
                  <a:spcPts val="1000"/>
                </a:spcBef>
                <a:spcAft>
                  <a:spcPts val="600"/>
                </a:spcAft>
              </a:pPr>
              <a:r>
                <a:rPr lang="en-US" sz="1400" dirty="0">
                  <a:solidFill>
                    <a:schemeClr val="bg1"/>
                  </a:solidFill>
                </a:rPr>
                <a:t>Non-build checks</a:t>
              </a:r>
            </a:p>
            <a:p>
              <a:pPr marL="137160" indent="-137160" algn="l">
                <a:buFont typeface="Arial" panose="020B0604020202020204" pitchFamily="34" charset="0"/>
                <a:buChar char="•"/>
              </a:pPr>
              <a:r>
                <a:rPr lang="en-US" sz="1200" dirty="0">
                  <a:solidFill>
                    <a:schemeClr val="bg1"/>
                  </a:solidFill>
                </a:rPr>
                <a:t>DCO signoff</a:t>
              </a:r>
            </a:p>
            <a:p>
              <a:pPr marL="137160" indent="-137160" algn="l">
                <a:buFont typeface="Arial" panose="020B0604020202020204" pitchFamily="34" charset="0"/>
                <a:buChar char="•"/>
              </a:pPr>
              <a:r>
                <a:rPr lang="en-US" sz="1200" dirty="0">
                  <a:solidFill>
                    <a:schemeClr val="bg1"/>
                  </a:solidFill>
                </a:rPr>
                <a:t>No git LFS objects added</a:t>
              </a:r>
            </a:p>
            <a:p>
              <a:pPr marL="137160" indent="-137160" algn="l">
                <a:buFont typeface="Arial" panose="020B0604020202020204" pitchFamily="34" charset="0"/>
                <a:buChar char="•"/>
              </a:pPr>
              <a:r>
                <a:rPr lang="en-US" sz="1200" dirty="0">
                  <a:solidFill>
                    <a:schemeClr val="bg1"/>
                  </a:solidFill>
                </a:rPr>
                <a:t>No PRs to `master` branch</a:t>
              </a:r>
            </a:p>
            <a:p>
              <a:pPr marL="137160" indent="-137160" algn="l">
                <a:buFont typeface="Arial" panose="020B0604020202020204" pitchFamily="34" charset="0"/>
                <a:buChar char="•"/>
              </a:pPr>
              <a:r>
                <a:rPr lang="en-US" sz="1200" dirty="0">
                  <a:solidFill>
                    <a:schemeClr val="bg1"/>
                  </a:solidFill>
                </a:rPr>
                <a:t>…</a:t>
              </a:r>
            </a:p>
          </p:txBody>
        </p:sp>
      </p:grpSp>
      <p:cxnSp>
        <p:nvCxnSpPr>
          <p:cNvPr id="11" name="Straight Connector 10">
            <a:extLst>
              <a:ext uri="{FF2B5EF4-FFF2-40B4-BE49-F238E27FC236}">
                <a16:creationId xmlns:a16="http://schemas.microsoft.com/office/drawing/2014/main" id="{2C17C0A8-3295-3EEF-F0DE-6F4618F11199}"/>
              </a:ext>
            </a:extLst>
          </p:cNvPr>
          <p:cNvCxnSpPr>
            <a:cxnSpLocks/>
          </p:cNvCxnSpPr>
          <p:nvPr/>
        </p:nvCxnSpPr>
        <p:spPr>
          <a:xfrm>
            <a:off x="6442687" y="947706"/>
            <a:ext cx="0" cy="5769142"/>
          </a:xfrm>
          <a:prstGeom prst="line">
            <a:avLst/>
          </a:prstGeom>
          <a:ln w="38100">
            <a:solidFill>
              <a:schemeClr val="bg1"/>
            </a:solidFill>
            <a:prstDash val="sysDash"/>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1C7B8B25-B084-34E6-A56C-18BDE8828BE4}"/>
              </a:ext>
            </a:extLst>
          </p:cNvPr>
          <p:cNvSpPr txBox="1"/>
          <p:nvPr/>
        </p:nvSpPr>
        <p:spPr>
          <a:xfrm>
            <a:off x="4866550" y="6006985"/>
            <a:ext cx="1404552" cy="369332"/>
          </a:xfrm>
          <a:prstGeom prst="rect">
            <a:avLst/>
          </a:prstGeom>
          <a:noFill/>
        </p:spPr>
        <p:txBody>
          <a:bodyPr wrap="none" rtlCol="0">
            <a:spAutoFit/>
          </a:bodyPr>
          <a:lstStyle/>
          <a:p>
            <a:pPr algn="l">
              <a:spcBef>
                <a:spcPts val="1000"/>
              </a:spcBef>
              <a:spcAft>
                <a:spcPts val="600"/>
              </a:spcAft>
            </a:pPr>
            <a:r>
              <a:rPr lang="en-US" dirty="0">
                <a:solidFill>
                  <a:schemeClr val="bg1"/>
                </a:solidFill>
              </a:rPr>
              <a:t>User-facing</a:t>
            </a:r>
          </a:p>
        </p:txBody>
      </p:sp>
      <p:sp>
        <p:nvSpPr>
          <p:cNvPr id="16" name="TextBox 15">
            <a:extLst>
              <a:ext uri="{FF2B5EF4-FFF2-40B4-BE49-F238E27FC236}">
                <a16:creationId xmlns:a16="http://schemas.microsoft.com/office/drawing/2014/main" id="{499EC5EA-0514-C28F-D144-0048047FD44C}"/>
              </a:ext>
            </a:extLst>
          </p:cNvPr>
          <p:cNvSpPr txBox="1"/>
          <p:nvPr/>
        </p:nvSpPr>
        <p:spPr>
          <a:xfrm>
            <a:off x="6582289" y="6006985"/>
            <a:ext cx="2040943" cy="369332"/>
          </a:xfrm>
          <a:prstGeom prst="rect">
            <a:avLst/>
          </a:prstGeom>
          <a:noFill/>
        </p:spPr>
        <p:txBody>
          <a:bodyPr wrap="none" rtlCol="0">
            <a:spAutoFit/>
          </a:bodyPr>
          <a:lstStyle/>
          <a:p>
            <a:pPr algn="l">
              <a:spcBef>
                <a:spcPts val="1000"/>
              </a:spcBef>
              <a:spcAft>
                <a:spcPts val="600"/>
              </a:spcAft>
            </a:pPr>
            <a:r>
              <a:rPr lang="en-US" dirty="0">
                <a:solidFill>
                  <a:schemeClr val="bg1"/>
                </a:solidFill>
              </a:rPr>
              <a:t>Internal (opaque)</a:t>
            </a:r>
          </a:p>
        </p:txBody>
      </p:sp>
      <p:cxnSp>
        <p:nvCxnSpPr>
          <p:cNvPr id="49" name="Elbow Connector 48">
            <a:extLst>
              <a:ext uri="{FF2B5EF4-FFF2-40B4-BE49-F238E27FC236}">
                <a16:creationId xmlns:a16="http://schemas.microsoft.com/office/drawing/2014/main" id="{13131BBB-72A9-06E8-F495-9FB084CCB8A5}"/>
              </a:ext>
            </a:extLst>
          </p:cNvPr>
          <p:cNvCxnSpPr>
            <a:cxnSpLocks/>
          </p:cNvCxnSpPr>
          <p:nvPr/>
        </p:nvCxnSpPr>
        <p:spPr>
          <a:xfrm rot="10800000">
            <a:off x="3022408" y="2684469"/>
            <a:ext cx="717352" cy="275907"/>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4FC855D1-60A0-4229-9341-60D0011FC127}"/>
              </a:ext>
            </a:extLst>
          </p:cNvPr>
          <p:cNvCxnSpPr>
            <a:cxnSpLocks/>
          </p:cNvCxnSpPr>
          <p:nvPr/>
        </p:nvCxnSpPr>
        <p:spPr>
          <a:xfrm>
            <a:off x="5883442" y="2550695"/>
            <a:ext cx="217703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83611278-4AF7-EF9C-0E82-971B31A1ECA2}"/>
              </a:ext>
            </a:extLst>
          </p:cNvPr>
          <p:cNvCxnSpPr>
            <a:cxnSpLocks/>
            <a:endCxn id="9" idx="1"/>
          </p:cNvCxnSpPr>
          <p:nvPr/>
        </p:nvCxnSpPr>
        <p:spPr>
          <a:xfrm flipV="1">
            <a:off x="5883442" y="2721555"/>
            <a:ext cx="1251122" cy="23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61A8B583-05FC-4CA5-A89B-8FEEBBB7CC37}"/>
              </a:ext>
            </a:extLst>
          </p:cNvPr>
          <p:cNvCxnSpPr>
            <a:cxnSpLocks/>
            <a:endCxn id="12" idx="1"/>
          </p:cNvCxnSpPr>
          <p:nvPr/>
        </p:nvCxnSpPr>
        <p:spPr>
          <a:xfrm flipV="1">
            <a:off x="5883442" y="2891027"/>
            <a:ext cx="1081845" cy="13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67658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88D8F-ED16-DB5E-1BDB-C5E482FA087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B9CA389-F8CC-14FE-8C35-91EDC4BEB403}"/>
              </a:ext>
            </a:extLst>
          </p:cNvPr>
          <p:cNvSpPr>
            <a:spLocks noGrp="1"/>
          </p:cNvSpPr>
          <p:nvPr>
            <p:ph type="title"/>
          </p:nvPr>
        </p:nvSpPr>
        <p:spPr/>
        <p:txBody>
          <a:bodyPr/>
          <a:lstStyle/>
          <a:p>
            <a:r>
              <a:rPr lang="en-US" dirty="0">
                <a:solidFill>
                  <a:schemeClr val="bg1"/>
                </a:solidFill>
                <a:ea typeface="Open Sans SemiBold"/>
                <a:cs typeface="Open Sans SemiBold"/>
              </a:rPr>
              <a:t>Trilinos AT2 Runner Decision Tree</a:t>
            </a:r>
            <a:endParaRPr lang="en-US" dirty="0">
              <a:solidFill>
                <a:schemeClr val="bg1"/>
              </a:solidFill>
            </a:endParaRPr>
          </a:p>
        </p:txBody>
      </p:sp>
      <p:sp>
        <p:nvSpPr>
          <p:cNvPr id="11" name="Rounded Rectangle 10">
            <a:extLst>
              <a:ext uri="{FF2B5EF4-FFF2-40B4-BE49-F238E27FC236}">
                <a16:creationId xmlns:a16="http://schemas.microsoft.com/office/drawing/2014/main" id="{B7C64F97-8E0D-24CE-5FB3-B43BFDC93332}"/>
              </a:ext>
            </a:extLst>
          </p:cNvPr>
          <p:cNvSpPr/>
          <p:nvPr/>
        </p:nvSpPr>
        <p:spPr>
          <a:xfrm>
            <a:off x="352326" y="1083005"/>
            <a:ext cx="2460173" cy="9081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Is author member of Pretest-Inspectors?</a:t>
            </a:r>
          </a:p>
        </p:txBody>
      </p:sp>
      <p:sp>
        <p:nvSpPr>
          <p:cNvPr id="13" name="Rounded Rectangle 12">
            <a:extLst>
              <a:ext uri="{FF2B5EF4-FFF2-40B4-BE49-F238E27FC236}">
                <a16:creationId xmlns:a16="http://schemas.microsoft.com/office/drawing/2014/main" id="{3E43057A-4339-1434-AF07-08CF5619A2FD}"/>
              </a:ext>
            </a:extLst>
          </p:cNvPr>
          <p:cNvSpPr/>
          <p:nvPr/>
        </p:nvSpPr>
        <p:spPr>
          <a:xfrm>
            <a:off x="352326" y="2414751"/>
            <a:ext cx="2460173" cy="9061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Is PR approved (via label or explicitly) by member of Pretest-Inspectors?</a:t>
            </a:r>
          </a:p>
        </p:txBody>
      </p:sp>
      <p:sp>
        <p:nvSpPr>
          <p:cNvPr id="16" name="Rounded Rectangle 15">
            <a:extLst>
              <a:ext uri="{FF2B5EF4-FFF2-40B4-BE49-F238E27FC236}">
                <a16:creationId xmlns:a16="http://schemas.microsoft.com/office/drawing/2014/main" id="{43059A4F-C22B-02D1-A3C7-D1472B37D107}"/>
              </a:ext>
            </a:extLst>
          </p:cNvPr>
          <p:cNvSpPr/>
          <p:nvPr/>
        </p:nvSpPr>
        <p:spPr>
          <a:xfrm>
            <a:off x="352327" y="5017942"/>
            <a:ext cx="2460173" cy="908164"/>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Refuse to run job</a:t>
            </a:r>
          </a:p>
        </p:txBody>
      </p:sp>
      <p:sp>
        <p:nvSpPr>
          <p:cNvPr id="19" name="Rounded Rectangle 18">
            <a:extLst>
              <a:ext uri="{FF2B5EF4-FFF2-40B4-BE49-F238E27FC236}">
                <a16:creationId xmlns:a16="http://schemas.microsoft.com/office/drawing/2014/main" id="{31D6D07D-8A6E-E733-B5CD-B33EF3866B3C}"/>
              </a:ext>
            </a:extLst>
          </p:cNvPr>
          <p:cNvSpPr/>
          <p:nvPr/>
        </p:nvSpPr>
        <p:spPr>
          <a:xfrm>
            <a:off x="4899928" y="1086148"/>
            <a:ext cx="2460173" cy="9081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Is .github directory modified?</a:t>
            </a:r>
          </a:p>
        </p:txBody>
      </p:sp>
      <p:sp>
        <p:nvSpPr>
          <p:cNvPr id="21" name="Rounded Rectangle 20">
            <a:extLst>
              <a:ext uri="{FF2B5EF4-FFF2-40B4-BE49-F238E27FC236}">
                <a16:creationId xmlns:a16="http://schemas.microsoft.com/office/drawing/2014/main" id="{435E748B-FC7B-5FC5-2B4C-108F8783D373}"/>
              </a:ext>
            </a:extLst>
          </p:cNvPr>
          <p:cNvSpPr/>
          <p:nvPr/>
        </p:nvSpPr>
        <p:spPr>
          <a:xfrm>
            <a:off x="3195418" y="2414751"/>
            <a:ext cx="2460173" cy="9081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Is action triggered by member of Pretest-Inspectors?</a:t>
            </a:r>
          </a:p>
        </p:txBody>
      </p:sp>
      <p:cxnSp>
        <p:nvCxnSpPr>
          <p:cNvPr id="23" name="Straight Arrow Connector 22">
            <a:extLst>
              <a:ext uri="{FF2B5EF4-FFF2-40B4-BE49-F238E27FC236}">
                <a16:creationId xmlns:a16="http://schemas.microsoft.com/office/drawing/2014/main" id="{0C73880D-51F1-3F13-07A2-FAC45A6FA153}"/>
              </a:ext>
            </a:extLst>
          </p:cNvPr>
          <p:cNvCxnSpPr>
            <a:cxnSpLocks/>
            <a:stCxn id="11" idx="2"/>
            <a:endCxn id="13" idx="0"/>
          </p:cNvCxnSpPr>
          <p:nvPr/>
        </p:nvCxnSpPr>
        <p:spPr>
          <a:xfrm>
            <a:off x="1582413" y="1991169"/>
            <a:ext cx="0" cy="423583"/>
          </a:xfrm>
          <a:prstGeom prst="straightConnector1">
            <a:avLst/>
          </a:prstGeom>
          <a:ln w="57150">
            <a:solidFill>
              <a:srgbClr val="FF0000"/>
            </a:solidFill>
            <a:tailEnd type="triangle"/>
          </a:ln>
        </p:spPr>
        <p:style>
          <a:lnRef idx="1">
            <a:schemeClr val="accent5"/>
          </a:lnRef>
          <a:fillRef idx="0">
            <a:schemeClr val="accent5"/>
          </a:fillRef>
          <a:effectRef idx="0">
            <a:schemeClr val="accent5"/>
          </a:effectRef>
          <a:fontRef idx="minor">
            <a:schemeClr val="tx1"/>
          </a:fontRef>
        </p:style>
      </p:cxnSp>
      <p:cxnSp>
        <p:nvCxnSpPr>
          <p:cNvPr id="31" name="Straight Arrow Connector 30">
            <a:extLst>
              <a:ext uri="{FF2B5EF4-FFF2-40B4-BE49-F238E27FC236}">
                <a16:creationId xmlns:a16="http://schemas.microsoft.com/office/drawing/2014/main" id="{DBDE4991-5A71-15B3-E843-5D2FD725A5E3}"/>
              </a:ext>
            </a:extLst>
          </p:cNvPr>
          <p:cNvCxnSpPr>
            <a:cxnSpLocks/>
            <a:stCxn id="13" idx="3"/>
            <a:endCxn id="21" idx="1"/>
          </p:cNvCxnSpPr>
          <p:nvPr/>
        </p:nvCxnSpPr>
        <p:spPr>
          <a:xfrm>
            <a:off x="2812499" y="2867833"/>
            <a:ext cx="382918" cy="1000"/>
          </a:xfrm>
          <a:prstGeom prst="straightConnector1">
            <a:avLst/>
          </a:prstGeom>
          <a:ln w="57150">
            <a:solidFill>
              <a:srgbClr val="00B050"/>
            </a:solidFill>
            <a:tailEnd type="triangle"/>
          </a:ln>
        </p:spPr>
        <p:style>
          <a:lnRef idx="1">
            <a:schemeClr val="accent5"/>
          </a:lnRef>
          <a:fillRef idx="0">
            <a:schemeClr val="accent5"/>
          </a:fillRef>
          <a:effectRef idx="0">
            <a:schemeClr val="accent5"/>
          </a:effectRef>
          <a:fontRef idx="minor">
            <a:schemeClr val="tx1"/>
          </a:fontRef>
        </p:style>
      </p:cxnSp>
      <p:cxnSp>
        <p:nvCxnSpPr>
          <p:cNvPr id="47" name="Elbow Connector 46">
            <a:extLst>
              <a:ext uri="{FF2B5EF4-FFF2-40B4-BE49-F238E27FC236}">
                <a16:creationId xmlns:a16="http://schemas.microsoft.com/office/drawing/2014/main" id="{32D915FA-0468-10E4-0352-179B19DF7069}"/>
              </a:ext>
            </a:extLst>
          </p:cNvPr>
          <p:cNvCxnSpPr>
            <a:cxnSpLocks/>
            <a:stCxn id="21" idx="3"/>
            <a:endCxn id="19" idx="1"/>
          </p:cNvCxnSpPr>
          <p:nvPr/>
        </p:nvCxnSpPr>
        <p:spPr>
          <a:xfrm flipH="1" flipV="1">
            <a:off x="4899928" y="1540230"/>
            <a:ext cx="755664" cy="1328603"/>
          </a:xfrm>
          <a:prstGeom prst="bentConnector5">
            <a:avLst>
              <a:gd name="adj1" fmla="val -27579"/>
              <a:gd name="adj2" fmla="val 50000"/>
              <a:gd name="adj3" fmla="val 183185"/>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D793E43C-D8AF-35EA-EC1E-024FB0F7D961}"/>
              </a:ext>
            </a:extLst>
          </p:cNvPr>
          <p:cNvCxnSpPr>
            <a:cxnSpLocks/>
            <a:stCxn id="11" idx="3"/>
            <a:endCxn id="19" idx="1"/>
          </p:cNvCxnSpPr>
          <p:nvPr/>
        </p:nvCxnSpPr>
        <p:spPr>
          <a:xfrm>
            <a:off x="2812499" y="1537087"/>
            <a:ext cx="2087428" cy="3143"/>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5" name="Rounded Rectangle 54">
            <a:extLst>
              <a:ext uri="{FF2B5EF4-FFF2-40B4-BE49-F238E27FC236}">
                <a16:creationId xmlns:a16="http://schemas.microsoft.com/office/drawing/2014/main" id="{8955A71D-BCC5-B670-567F-16591A4F49EE}"/>
              </a:ext>
            </a:extLst>
          </p:cNvPr>
          <p:cNvSpPr/>
          <p:nvPr/>
        </p:nvSpPr>
        <p:spPr>
          <a:xfrm>
            <a:off x="7743017" y="1083005"/>
            <a:ext cx="2460173" cy="9081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Is AT2: </a:t>
            </a:r>
            <a:r>
              <a:rPr lang="en-US" sz="1400" dirty="0" err="1"/>
              <a:t>SpecialApprove</a:t>
            </a:r>
            <a:r>
              <a:rPr lang="en-US" sz="1400" dirty="0"/>
              <a:t> label applied by member of Framework team?</a:t>
            </a:r>
          </a:p>
        </p:txBody>
      </p:sp>
      <p:sp>
        <p:nvSpPr>
          <p:cNvPr id="63" name="Rounded Rectangle 62">
            <a:extLst>
              <a:ext uri="{FF2B5EF4-FFF2-40B4-BE49-F238E27FC236}">
                <a16:creationId xmlns:a16="http://schemas.microsoft.com/office/drawing/2014/main" id="{386CCB5E-1D1C-68AF-E0DC-2561AF30841C}"/>
              </a:ext>
            </a:extLst>
          </p:cNvPr>
          <p:cNvSpPr/>
          <p:nvPr/>
        </p:nvSpPr>
        <p:spPr>
          <a:xfrm>
            <a:off x="4899928" y="5045417"/>
            <a:ext cx="2460173" cy="908164"/>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Run job</a:t>
            </a:r>
          </a:p>
        </p:txBody>
      </p:sp>
      <p:cxnSp>
        <p:nvCxnSpPr>
          <p:cNvPr id="1028" name="Straight Arrow Connector 1027">
            <a:extLst>
              <a:ext uri="{FF2B5EF4-FFF2-40B4-BE49-F238E27FC236}">
                <a16:creationId xmlns:a16="http://schemas.microsoft.com/office/drawing/2014/main" id="{2807F56F-02A6-8DC0-2023-B028BAD1DBC3}"/>
              </a:ext>
            </a:extLst>
          </p:cNvPr>
          <p:cNvCxnSpPr>
            <a:stCxn id="19" idx="3"/>
            <a:endCxn id="55" idx="1"/>
          </p:cNvCxnSpPr>
          <p:nvPr/>
        </p:nvCxnSpPr>
        <p:spPr>
          <a:xfrm flipV="1">
            <a:off x="7360101" y="1537087"/>
            <a:ext cx="382916" cy="3143"/>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34" name="Elbow Connector 1033">
            <a:extLst>
              <a:ext uri="{FF2B5EF4-FFF2-40B4-BE49-F238E27FC236}">
                <a16:creationId xmlns:a16="http://schemas.microsoft.com/office/drawing/2014/main" id="{A37A151A-1A06-CF62-0595-001562DD3AE4}"/>
              </a:ext>
            </a:extLst>
          </p:cNvPr>
          <p:cNvCxnSpPr>
            <a:cxnSpLocks/>
            <a:stCxn id="13" idx="2"/>
            <a:endCxn id="16" idx="0"/>
          </p:cNvCxnSpPr>
          <p:nvPr/>
        </p:nvCxnSpPr>
        <p:spPr>
          <a:xfrm rot="16200000" flipH="1">
            <a:off x="733900" y="4169427"/>
            <a:ext cx="1697028" cy="1"/>
          </a:xfrm>
          <a:prstGeom prst="bentConnector3">
            <a:avLst>
              <a:gd name="adj1" fmla="val 50000"/>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37" name="Rounded Rectangle 1036">
            <a:extLst>
              <a:ext uri="{FF2B5EF4-FFF2-40B4-BE49-F238E27FC236}">
                <a16:creationId xmlns:a16="http://schemas.microsoft.com/office/drawing/2014/main" id="{975E126D-0A5E-CEDA-4E74-6463DA2C70BB}"/>
              </a:ext>
            </a:extLst>
          </p:cNvPr>
          <p:cNvSpPr/>
          <p:nvPr/>
        </p:nvSpPr>
        <p:spPr>
          <a:xfrm>
            <a:off x="3195417" y="2412751"/>
            <a:ext cx="2460173" cy="9081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Is action triggered by member of Pretest-Inspectors?</a:t>
            </a:r>
          </a:p>
        </p:txBody>
      </p:sp>
      <p:cxnSp>
        <p:nvCxnSpPr>
          <p:cNvPr id="1040" name="Elbow Connector 1039">
            <a:extLst>
              <a:ext uri="{FF2B5EF4-FFF2-40B4-BE49-F238E27FC236}">
                <a16:creationId xmlns:a16="http://schemas.microsoft.com/office/drawing/2014/main" id="{7D73B64A-FFB2-73E4-A3C5-5A41375BA13A}"/>
              </a:ext>
            </a:extLst>
          </p:cNvPr>
          <p:cNvCxnSpPr>
            <a:cxnSpLocks/>
            <a:stCxn id="1037" idx="2"/>
            <a:endCxn id="16" idx="0"/>
          </p:cNvCxnSpPr>
          <p:nvPr/>
        </p:nvCxnSpPr>
        <p:spPr>
          <a:xfrm rot="5400000">
            <a:off x="2155446" y="2747883"/>
            <a:ext cx="1697028" cy="2843090"/>
          </a:xfrm>
          <a:prstGeom prst="bentConnector3">
            <a:avLst>
              <a:gd name="adj1" fmla="val 50000"/>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43" name="Elbow Connector 1042">
            <a:extLst>
              <a:ext uri="{FF2B5EF4-FFF2-40B4-BE49-F238E27FC236}">
                <a16:creationId xmlns:a16="http://schemas.microsoft.com/office/drawing/2014/main" id="{2FD76F1E-445D-AAC9-5418-E7552F60D0CB}"/>
              </a:ext>
            </a:extLst>
          </p:cNvPr>
          <p:cNvCxnSpPr>
            <a:cxnSpLocks/>
            <a:stCxn id="55" idx="2"/>
            <a:endCxn id="16" idx="0"/>
          </p:cNvCxnSpPr>
          <p:nvPr/>
        </p:nvCxnSpPr>
        <p:spPr>
          <a:xfrm rot="5400000">
            <a:off x="3764372" y="-190789"/>
            <a:ext cx="3026774" cy="7390690"/>
          </a:xfrm>
          <a:prstGeom prst="bentConnector3">
            <a:avLst>
              <a:gd name="adj1" fmla="val 71943"/>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60" name="Elbow Connector 1059">
            <a:extLst>
              <a:ext uri="{FF2B5EF4-FFF2-40B4-BE49-F238E27FC236}">
                <a16:creationId xmlns:a16="http://schemas.microsoft.com/office/drawing/2014/main" id="{AAF27A09-8728-8708-8296-F3D5A94A79FC}"/>
              </a:ext>
            </a:extLst>
          </p:cNvPr>
          <p:cNvCxnSpPr>
            <a:stCxn id="55" idx="3"/>
            <a:endCxn id="63" idx="3"/>
          </p:cNvCxnSpPr>
          <p:nvPr/>
        </p:nvCxnSpPr>
        <p:spPr>
          <a:xfrm flipH="1">
            <a:off x="7360101" y="1537087"/>
            <a:ext cx="2843089" cy="3962412"/>
          </a:xfrm>
          <a:prstGeom prst="bentConnector3">
            <a:avLst>
              <a:gd name="adj1" fmla="val -7330"/>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79181A22-D3DE-7674-5EEE-538C4AA2FB6B}"/>
              </a:ext>
            </a:extLst>
          </p:cNvPr>
          <p:cNvGrpSpPr/>
          <p:nvPr/>
        </p:nvGrpSpPr>
        <p:grpSpPr>
          <a:xfrm>
            <a:off x="5968364" y="1994312"/>
            <a:ext cx="323300" cy="3051105"/>
            <a:chOff x="5968364" y="1994312"/>
            <a:chExt cx="323300" cy="3051105"/>
          </a:xfrm>
        </p:grpSpPr>
        <p:cxnSp>
          <p:nvCxnSpPr>
            <p:cNvPr id="1123" name="Straight Arrow Connector 1122">
              <a:extLst>
                <a:ext uri="{FF2B5EF4-FFF2-40B4-BE49-F238E27FC236}">
                  <a16:creationId xmlns:a16="http://schemas.microsoft.com/office/drawing/2014/main" id="{798F7C21-26ED-DE38-E0CA-22AF406A74A7}"/>
                </a:ext>
              </a:extLst>
            </p:cNvPr>
            <p:cNvCxnSpPr>
              <a:cxnSpLocks/>
              <a:endCxn id="63" idx="0"/>
            </p:cNvCxnSpPr>
            <p:nvPr/>
          </p:nvCxnSpPr>
          <p:spPr>
            <a:xfrm>
              <a:off x="6130015" y="4302125"/>
              <a:ext cx="0" cy="74329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Arc 1">
              <a:extLst>
                <a:ext uri="{FF2B5EF4-FFF2-40B4-BE49-F238E27FC236}">
                  <a16:creationId xmlns:a16="http://schemas.microsoft.com/office/drawing/2014/main" id="{AD25A73C-7132-6E9A-0294-AFEADC4BC5F6}"/>
                </a:ext>
              </a:extLst>
            </p:cNvPr>
            <p:cNvSpPr/>
            <p:nvPr/>
          </p:nvSpPr>
          <p:spPr>
            <a:xfrm>
              <a:off x="5968364" y="4007777"/>
              <a:ext cx="323300" cy="323300"/>
            </a:xfrm>
            <a:prstGeom prst="arc">
              <a:avLst>
                <a:gd name="adj1" fmla="val 16273267"/>
                <a:gd name="adj2" fmla="val 5545466"/>
              </a:avLst>
            </a:prstGeom>
            <a:ln w="57150">
              <a:solidFill>
                <a:srgbClr val="FF0000"/>
              </a:solidFill>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en-US" sz="1400"/>
            </a:p>
          </p:txBody>
        </p:sp>
        <p:cxnSp>
          <p:nvCxnSpPr>
            <p:cNvPr id="6" name="Straight Connector 5">
              <a:extLst>
                <a:ext uri="{FF2B5EF4-FFF2-40B4-BE49-F238E27FC236}">
                  <a16:creationId xmlns:a16="http://schemas.microsoft.com/office/drawing/2014/main" id="{1A45113F-51CB-97DA-86D4-6AC14364EBBD}"/>
                </a:ext>
              </a:extLst>
            </p:cNvPr>
            <p:cNvCxnSpPr>
              <a:cxnSpLocks/>
              <a:endCxn id="19" idx="2"/>
            </p:cNvCxnSpPr>
            <p:nvPr/>
          </p:nvCxnSpPr>
          <p:spPr>
            <a:xfrm flipV="1">
              <a:off x="6130013" y="1994312"/>
              <a:ext cx="2" cy="204291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B3CFD12C-1D37-0491-F8D8-1BD0CD2492A7}"/>
              </a:ext>
            </a:extLst>
          </p:cNvPr>
          <p:cNvGrpSpPr/>
          <p:nvPr/>
        </p:nvGrpSpPr>
        <p:grpSpPr>
          <a:xfrm>
            <a:off x="10609585" y="3020205"/>
            <a:ext cx="1361133" cy="996176"/>
            <a:chOff x="9413070" y="4804633"/>
            <a:chExt cx="1361133" cy="996176"/>
          </a:xfrm>
        </p:grpSpPr>
        <p:sp>
          <p:nvSpPr>
            <p:cNvPr id="8" name="Rectangle 7">
              <a:extLst>
                <a:ext uri="{FF2B5EF4-FFF2-40B4-BE49-F238E27FC236}">
                  <a16:creationId xmlns:a16="http://schemas.microsoft.com/office/drawing/2014/main" id="{BA110B4E-E335-F423-FC8F-CE79391623AD}"/>
                </a:ext>
              </a:extLst>
            </p:cNvPr>
            <p:cNvSpPr/>
            <p:nvPr/>
          </p:nvSpPr>
          <p:spPr>
            <a:xfrm>
              <a:off x="9413070" y="4804633"/>
              <a:ext cx="1361133" cy="996176"/>
            </a:xfrm>
            <a:prstGeom prst="rect">
              <a:avLst/>
            </a:prstGeom>
            <a:no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9" name="Rounded Rectangle 8">
              <a:extLst>
                <a:ext uri="{FF2B5EF4-FFF2-40B4-BE49-F238E27FC236}">
                  <a16:creationId xmlns:a16="http://schemas.microsoft.com/office/drawing/2014/main" id="{EE98F12D-0E55-9A6F-3BA9-2D0A491BA0A4}"/>
                </a:ext>
              </a:extLst>
            </p:cNvPr>
            <p:cNvSpPr/>
            <p:nvPr/>
          </p:nvSpPr>
          <p:spPr>
            <a:xfrm>
              <a:off x="9735332" y="5173455"/>
              <a:ext cx="226233" cy="226233"/>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ounded Rectangle 9">
              <a:extLst>
                <a:ext uri="{FF2B5EF4-FFF2-40B4-BE49-F238E27FC236}">
                  <a16:creationId xmlns:a16="http://schemas.microsoft.com/office/drawing/2014/main" id="{3F66ED2F-3499-639B-36D7-6331B1D5D5B5}"/>
                </a:ext>
              </a:extLst>
            </p:cNvPr>
            <p:cNvSpPr/>
            <p:nvPr/>
          </p:nvSpPr>
          <p:spPr>
            <a:xfrm>
              <a:off x="9739965" y="5436134"/>
              <a:ext cx="226233" cy="226233"/>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1C79B91-8253-F679-F5EC-219E8F5A81A7}"/>
                </a:ext>
              </a:extLst>
            </p:cNvPr>
            <p:cNvSpPr txBox="1"/>
            <p:nvPr/>
          </p:nvSpPr>
          <p:spPr>
            <a:xfrm>
              <a:off x="9955950" y="5121408"/>
              <a:ext cx="671979" cy="584775"/>
            </a:xfrm>
            <a:prstGeom prst="rect">
              <a:avLst/>
            </a:prstGeom>
            <a:noFill/>
          </p:spPr>
          <p:txBody>
            <a:bodyPr wrap="none" rtlCol="0">
              <a:spAutoFit/>
            </a:bodyPr>
            <a:lstStyle/>
            <a:p>
              <a:pPr algn="l">
                <a:spcBef>
                  <a:spcPts val="1000"/>
                </a:spcBef>
                <a:spcAft>
                  <a:spcPts val="600"/>
                </a:spcAft>
              </a:pPr>
              <a:r>
                <a:rPr lang="en-US" sz="1600" dirty="0">
                  <a:solidFill>
                    <a:schemeClr val="bg1"/>
                  </a:solidFill>
                </a:rPr>
                <a:t>= yes</a:t>
              </a:r>
              <a:br>
                <a:rPr lang="en-US" sz="1600" dirty="0">
                  <a:solidFill>
                    <a:schemeClr val="bg1"/>
                  </a:solidFill>
                </a:rPr>
              </a:br>
              <a:r>
                <a:rPr lang="en-US" sz="1600" dirty="0">
                  <a:solidFill>
                    <a:schemeClr val="bg1"/>
                  </a:solidFill>
                </a:rPr>
                <a:t>= no</a:t>
              </a:r>
            </a:p>
          </p:txBody>
        </p:sp>
        <p:sp>
          <p:nvSpPr>
            <p:cNvPr id="14" name="TextBox 13">
              <a:extLst>
                <a:ext uri="{FF2B5EF4-FFF2-40B4-BE49-F238E27FC236}">
                  <a16:creationId xmlns:a16="http://schemas.microsoft.com/office/drawing/2014/main" id="{7C698152-BE44-F924-4B0A-1BADEEBA09C1}"/>
                </a:ext>
              </a:extLst>
            </p:cNvPr>
            <p:cNvSpPr txBox="1"/>
            <p:nvPr/>
          </p:nvSpPr>
          <p:spPr>
            <a:xfrm>
              <a:off x="9474616" y="4856974"/>
              <a:ext cx="1299587" cy="307777"/>
            </a:xfrm>
            <a:prstGeom prst="rect">
              <a:avLst/>
            </a:prstGeom>
            <a:noFill/>
          </p:spPr>
          <p:txBody>
            <a:bodyPr wrap="none" rtlCol="0">
              <a:spAutoFit/>
            </a:bodyPr>
            <a:lstStyle/>
            <a:p>
              <a:pPr algn="l">
                <a:spcBef>
                  <a:spcPts val="1000"/>
                </a:spcBef>
                <a:spcAft>
                  <a:spcPts val="600"/>
                </a:spcAft>
              </a:pPr>
              <a:r>
                <a:rPr lang="en-US" sz="1400" dirty="0">
                  <a:solidFill>
                    <a:schemeClr val="bg1"/>
                  </a:solidFill>
                </a:rPr>
                <a:t>Arrow legend</a:t>
              </a:r>
            </a:p>
          </p:txBody>
        </p:sp>
      </p:grpSp>
    </p:spTree>
    <p:extLst>
      <p:ext uri="{BB962C8B-B14F-4D97-AF65-F5344CB8AC3E}">
        <p14:creationId xmlns:p14="http://schemas.microsoft.com/office/powerpoint/2010/main" val="2404295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E83ED-4068-76FE-5076-8DE0455BCCFF}"/>
              </a:ext>
            </a:extLst>
          </p:cNvPr>
          <p:cNvSpPr>
            <a:spLocks noGrp="1"/>
          </p:cNvSpPr>
          <p:nvPr>
            <p:ph type="title"/>
          </p:nvPr>
        </p:nvSpPr>
        <p:spPr/>
        <p:txBody>
          <a:bodyPr/>
          <a:lstStyle/>
          <a:p>
            <a:r>
              <a:rPr lang="en-US" dirty="0"/>
              <a:t>A Note on Build Speed (Why ccache Matters for Trilinos)</a:t>
            </a:r>
          </a:p>
        </p:txBody>
      </p:sp>
      <p:sp>
        <p:nvSpPr>
          <p:cNvPr id="3" name="Content Placeholder 2">
            <a:extLst>
              <a:ext uri="{FF2B5EF4-FFF2-40B4-BE49-F238E27FC236}">
                <a16:creationId xmlns:a16="http://schemas.microsoft.com/office/drawing/2014/main" id="{7DC29C6E-4C64-ED2D-548B-BBBC56CC822A}"/>
              </a:ext>
            </a:extLst>
          </p:cNvPr>
          <p:cNvSpPr>
            <a:spLocks noGrp="1"/>
          </p:cNvSpPr>
          <p:nvPr>
            <p:ph idx="1"/>
          </p:nvPr>
        </p:nvSpPr>
        <p:spPr/>
        <p:txBody>
          <a:bodyPr/>
          <a:lstStyle/>
          <a:p>
            <a:r>
              <a:rPr lang="en-US" dirty="0"/>
              <a:t>Building Trilinos packages from scratch is fairly compute-intensive, and when running in a CI context, many duplicate compilations are performed run-to-run</a:t>
            </a:r>
          </a:p>
          <a:p>
            <a:r>
              <a:rPr lang="en-US" dirty="0"/>
              <a:t>Using a per-node filesystem</a:t>
            </a:r>
            <a:br>
              <a:rPr lang="en-US" dirty="0"/>
            </a:br>
            <a:r>
              <a:rPr lang="en-US" dirty="0"/>
              <a:t>compiler cache (ccache) is</a:t>
            </a:r>
            <a:br>
              <a:rPr lang="en-US" dirty="0"/>
            </a:br>
            <a:r>
              <a:rPr lang="en-US" dirty="0"/>
              <a:t>giving a current direct hit</a:t>
            </a:r>
            <a:br>
              <a:rPr lang="en-US" dirty="0"/>
            </a:br>
            <a:r>
              <a:rPr lang="en-US" dirty="0"/>
              <a:t>rate of 88-91% depending</a:t>
            </a:r>
            <a:br>
              <a:rPr lang="en-US" dirty="0"/>
            </a:br>
            <a:r>
              <a:rPr lang="en-US" dirty="0"/>
              <a:t>on toolchain</a:t>
            </a:r>
          </a:p>
        </p:txBody>
      </p:sp>
      <p:sp>
        <p:nvSpPr>
          <p:cNvPr id="4" name="Slide Number Placeholder 3">
            <a:extLst>
              <a:ext uri="{FF2B5EF4-FFF2-40B4-BE49-F238E27FC236}">
                <a16:creationId xmlns:a16="http://schemas.microsoft.com/office/drawing/2014/main" id="{572148A5-0E1C-3095-54B3-BF08D82F0BA7}"/>
              </a:ext>
            </a:extLst>
          </p:cNvPr>
          <p:cNvSpPr>
            <a:spLocks noGrp="1"/>
          </p:cNvSpPr>
          <p:nvPr>
            <p:ph type="sldNum" sz="quarter" idx="4"/>
          </p:nvPr>
        </p:nvSpPr>
        <p:spPr/>
        <p:txBody>
          <a:bodyPr/>
          <a:lstStyle/>
          <a:p>
            <a:fld id="{6FB6B91F-BB11-E946-B7F6-1372EDB8DEC1}" type="slidenum">
              <a:rPr lang="en-US" smtClean="0"/>
              <a:pPr/>
              <a:t>8</a:t>
            </a:fld>
            <a:endParaRPr lang="en-US" dirty="0"/>
          </a:p>
        </p:txBody>
      </p:sp>
      <p:pic>
        <p:nvPicPr>
          <p:cNvPr id="6" name="Picture 5">
            <a:extLst>
              <a:ext uri="{FF2B5EF4-FFF2-40B4-BE49-F238E27FC236}">
                <a16:creationId xmlns:a16="http://schemas.microsoft.com/office/drawing/2014/main" id="{E8FDD6F5-0508-F3C6-B1DC-E737F82B4A9E}"/>
              </a:ext>
            </a:extLst>
          </p:cNvPr>
          <p:cNvPicPr>
            <a:picLocks noChangeAspect="1"/>
          </p:cNvPicPr>
          <p:nvPr/>
        </p:nvPicPr>
        <p:blipFill>
          <a:blip r:embed="rId2"/>
          <a:stretch>
            <a:fillRect/>
          </a:stretch>
        </p:blipFill>
        <p:spPr>
          <a:xfrm>
            <a:off x="4067274" y="2051385"/>
            <a:ext cx="7772400" cy="4380225"/>
          </a:xfrm>
          <a:prstGeom prst="rect">
            <a:avLst/>
          </a:prstGeom>
        </p:spPr>
      </p:pic>
    </p:spTree>
    <p:extLst>
      <p:ext uri="{BB962C8B-B14F-4D97-AF65-F5344CB8AC3E}">
        <p14:creationId xmlns:p14="http://schemas.microsoft.com/office/powerpoint/2010/main" val="2091536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05E85-1DD0-E466-F853-8F0B4B7805F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27D0D2F-5C10-81F9-9123-5627EEB4CDF5}"/>
              </a:ext>
            </a:extLst>
          </p:cNvPr>
          <p:cNvSpPr>
            <a:spLocks noGrp="1"/>
          </p:cNvSpPr>
          <p:nvPr>
            <p:ph type="title"/>
          </p:nvPr>
        </p:nvSpPr>
        <p:spPr/>
        <p:txBody>
          <a:bodyPr/>
          <a:lstStyle/>
          <a:p>
            <a:r>
              <a:rPr lang="en-US" dirty="0">
                <a:ea typeface="Open Sans SemiBold"/>
                <a:cs typeface="Open Sans SemiBold"/>
              </a:rPr>
              <a:t>How DOES Trilinos CI V2 work </a:t>
            </a:r>
            <a:r>
              <a:rPr lang="en-US" dirty="0" err="1">
                <a:ea typeface="Open Sans SemiBold"/>
                <a:cs typeface="Open Sans SemiBold"/>
              </a:rPr>
              <a:t>WithouT</a:t>
            </a:r>
            <a:r>
              <a:rPr lang="en-US" dirty="0">
                <a:ea typeface="Open Sans SemiBold"/>
                <a:cs typeface="Open Sans SemiBold"/>
              </a:rPr>
              <a:t> Sandia Resources?</a:t>
            </a:r>
            <a:endParaRPr lang="en-US" dirty="0"/>
          </a:p>
        </p:txBody>
      </p:sp>
      <p:cxnSp>
        <p:nvCxnSpPr>
          <p:cNvPr id="14" name="Straight Arrow Connector 13">
            <a:extLst>
              <a:ext uri="{FF2B5EF4-FFF2-40B4-BE49-F238E27FC236}">
                <a16:creationId xmlns:a16="http://schemas.microsoft.com/office/drawing/2014/main" id="{56ACC46D-B287-884E-C741-7C8A1647DC7F}"/>
              </a:ext>
            </a:extLst>
          </p:cNvPr>
          <p:cNvCxnSpPr>
            <a:cxnSpLocks/>
          </p:cNvCxnSpPr>
          <p:nvPr/>
        </p:nvCxnSpPr>
        <p:spPr>
          <a:xfrm>
            <a:off x="3022406" y="2585387"/>
            <a:ext cx="64929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Rectangle: Rounded Corners 27">
            <a:extLst>
              <a:ext uri="{FF2B5EF4-FFF2-40B4-BE49-F238E27FC236}">
                <a16:creationId xmlns:a16="http://schemas.microsoft.com/office/drawing/2014/main" id="{4206E2A4-343B-FC95-2453-A7C50E6DF8AF}"/>
              </a:ext>
            </a:extLst>
          </p:cNvPr>
          <p:cNvSpPr/>
          <p:nvPr/>
        </p:nvSpPr>
        <p:spPr>
          <a:xfrm>
            <a:off x="8060478" y="2048839"/>
            <a:ext cx="3276389" cy="1373396"/>
          </a:xfrm>
          <a:prstGeom prst="round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9" name="TextBox 28">
            <a:extLst>
              <a:ext uri="{FF2B5EF4-FFF2-40B4-BE49-F238E27FC236}">
                <a16:creationId xmlns:a16="http://schemas.microsoft.com/office/drawing/2014/main" id="{A1E8CEF3-8122-D201-D89E-89B8EFAF5190}"/>
              </a:ext>
            </a:extLst>
          </p:cNvPr>
          <p:cNvSpPr txBox="1"/>
          <p:nvPr/>
        </p:nvSpPr>
        <p:spPr>
          <a:xfrm>
            <a:off x="8623232" y="2092475"/>
            <a:ext cx="2536406" cy="369332"/>
          </a:xfrm>
          <a:prstGeom prst="rect">
            <a:avLst/>
          </a:prstGeom>
          <a:noFill/>
        </p:spPr>
        <p:txBody>
          <a:bodyPr wrap="square" rtlCol="0">
            <a:spAutoFit/>
          </a:bodyPr>
          <a:lstStyle/>
          <a:p>
            <a:pPr algn="ctr"/>
            <a:r>
              <a:rPr lang="en-US" dirty="0">
                <a:solidFill>
                  <a:schemeClr val="bg1"/>
                </a:solidFill>
              </a:rPr>
              <a:t>Runner</a:t>
            </a:r>
          </a:p>
        </p:txBody>
      </p:sp>
      <p:sp>
        <p:nvSpPr>
          <p:cNvPr id="38" name="TextBox 37">
            <a:extLst>
              <a:ext uri="{FF2B5EF4-FFF2-40B4-BE49-F238E27FC236}">
                <a16:creationId xmlns:a16="http://schemas.microsoft.com/office/drawing/2014/main" id="{4CC1382E-54D9-B554-6CB6-CA78467AABAF}"/>
              </a:ext>
            </a:extLst>
          </p:cNvPr>
          <p:cNvSpPr txBox="1"/>
          <p:nvPr/>
        </p:nvSpPr>
        <p:spPr>
          <a:xfrm>
            <a:off x="8188136" y="2861273"/>
            <a:ext cx="2688020" cy="461665"/>
          </a:xfrm>
          <a:prstGeom prst="rect">
            <a:avLst/>
          </a:prstGeom>
          <a:noFill/>
        </p:spPr>
        <p:txBody>
          <a:bodyPr wrap="square" rtlCol="0">
            <a:spAutoFit/>
          </a:bodyPr>
          <a:lstStyle/>
          <a:p>
            <a:r>
              <a:rPr lang="en-US" sz="1200" dirty="0">
                <a:solidFill>
                  <a:schemeClr val="bg1"/>
                </a:solidFill>
              </a:rPr>
              <a:t>Check out merged state</a:t>
            </a:r>
          </a:p>
          <a:p>
            <a:r>
              <a:rPr lang="en-US" sz="1200" dirty="0">
                <a:solidFill>
                  <a:schemeClr val="bg1"/>
                </a:solidFill>
              </a:rPr>
              <a:t>Execute build-and-test script(s)</a:t>
            </a:r>
          </a:p>
        </p:txBody>
      </p:sp>
      <p:sp>
        <p:nvSpPr>
          <p:cNvPr id="9" name="TextBox 8">
            <a:extLst>
              <a:ext uri="{FF2B5EF4-FFF2-40B4-BE49-F238E27FC236}">
                <a16:creationId xmlns:a16="http://schemas.microsoft.com/office/drawing/2014/main" id="{9EF9FEA8-6BCE-1AF7-D85D-862AE822C7FD}"/>
              </a:ext>
            </a:extLst>
          </p:cNvPr>
          <p:cNvSpPr txBox="1"/>
          <p:nvPr/>
        </p:nvSpPr>
        <p:spPr>
          <a:xfrm>
            <a:off x="7134564" y="2594597"/>
            <a:ext cx="718542" cy="253916"/>
          </a:xfrm>
          <a:prstGeom prst="rect">
            <a:avLst/>
          </a:prstGeom>
          <a:noFill/>
        </p:spPr>
        <p:txBody>
          <a:bodyPr wrap="square" rtlCol="0">
            <a:spAutoFit/>
          </a:bodyPr>
          <a:lstStyle/>
          <a:p>
            <a:r>
              <a:rPr lang="en-US" sz="1050" dirty="0">
                <a:solidFill>
                  <a:schemeClr val="bg1"/>
                </a:solidFill>
              </a:rPr>
              <a:t>Runner</a:t>
            </a:r>
          </a:p>
        </p:txBody>
      </p:sp>
      <p:sp>
        <p:nvSpPr>
          <p:cNvPr id="12" name="TextBox 11">
            <a:extLst>
              <a:ext uri="{FF2B5EF4-FFF2-40B4-BE49-F238E27FC236}">
                <a16:creationId xmlns:a16="http://schemas.microsoft.com/office/drawing/2014/main" id="{17EC59C5-BDDC-ACB0-99DD-3DE2C6FEC18D}"/>
              </a:ext>
            </a:extLst>
          </p:cNvPr>
          <p:cNvSpPr txBox="1"/>
          <p:nvPr/>
        </p:nvSpPr>
        <p:spPr>
          <a:xfrm>
            <a:off x="6965287" y="2764069"/>
            <a:ext cx="718542" cy="253916"/>
          </a:xfrm>
          <a:prstGeom prst="rect">
            <a:avLst/>
          </a:prstGeom>
          <a:noFill/>
        </p:spPr>
        <p:txBody>
          <a:bodyPr wrap="square" rtlCol="0">
            <a:spAutoFit/>
          </a:bodyPr>
          <a:lstStyle/>
          <a:p>
            <a:r>
              <a:rPr lang="en-US" sz="1050" dirty="0">
                <a:solidFill>
                  <a:schemeClr val="bg1"/>
                </a:solidFill>
              </a:rPr>
              <a:t>Runner</a:t>
            </a:r>
          </a:p>
        </p:txBody>
      </p:sp>
      <p:grpSp>
        <p:nvGrpSpPr>
          <p:cNvPr id="58" name="Group 57">
            <a:extLst>
              <a:ext uri="{FF2B5EF4-FFF2-40B4-BE49-F238E27FC236}">
                <a16:creationId xmlns:a16="http://schemas.microsoft.com/office/drawing/2014/main" id="{7E16581A-CF2A-44F5-1991-52F56A8C012B}"/>
              </a:ext>
            </a:extLst>
          </p:cNvPr>
          <p:cNvGrpSpPr/>
          <p:nvPr/>
        </p:nvGrpSpPr>
        <p:grpSpPr>
          <a:xfrm>
            <a:off x="720648" y="4054323"/>
            <a:ext cx="918935" cy="1037738"/>
            <a:chOff x="724405" y="4045532"/>
            <a:chExt cx="918935" cy="1037738"/>
          </a:xfrm>
        </p:grpSpPr>
        <p:sp>
          <p:nvSpPr>
            <p:cNvPr id="73" name="TextBox 72">
              <a:extLst>
                <a:ext uri="{FF2B5EF4-FFF2-40B4-BE49-F238E27FC236}">
                  <a16:creationId xmlns:a16="http://schemas.microsoft.com/office/drawing/2014/main" id="{66911750-5C37-358B-8A43-0FB105C03F30}"/>
                </a:ext>
              </a:extLst>
            </p:cNvPr>
            <p:cNvSpPr txBox="1"/>
            <p:nvPr/>
          </p:nvSpPr>
          <p:spPr>
            <a:xfrm>
              <a:off x="752237" y="4718745"/>
              <a:ext cx="891103" cy="307777"/>
            </a:xfrm>
            <a:prstGeom prst="rect">
              <a:avLst/>
            </a:prstGeom>
            <a:noFill/>
          </p:spPr>
          <p:txBody>
            <a:bodyPr wrap="square" rtlCol="0">
              <a:spAutoFit/>
            </a:bodyPr>
            <a:lstStyle/>
            <a:p>
              <a:r>
                <a:rPr lang="en-US" sz="1400" dirty="0" err="1">
                  <a:solidFill>
                    <a:schemeClr val="bg1"/>
                  </a:solidFill>
                </a:rPr>
                <a:t>CDash</a:t>
              </a:r>
              <a:endParaRPr lang="en-US" sz="1400" dirty="0">
                <a:solidFill>
                  <a:schemeClr val="bg1"/>
                </a:solidFill>
              </a:endParaRPr>
            </a:p>
          </p:txBody>
        </p:sp>
        <p:sp>
          <p:nvSpPr>
            <p:cNvPr id="74" name="Rectangle: Rounded Corners 73">
              <a:extLst>
                <a:ext uri="{FF2B5EF4-FFF2-40B4-BE49-F238E27FC236}">
                  <a16:creationId xmlns:a16="http://schemas.microsoft.com/office/drawing/2014/main" id="{71B97EDB-AC80-4FC8-5322-1D0C1D436C6C}"/>
                </a:ext>
              </a:extLst>
            </p:cNvPr>
            <p:cNvSpPr/>
            <p:nvPr/>
          </p:nvSpPr>
          <p:spPr>
            <a:xfrm>
              <a:off x="724405" y="4045532"/>
              <a:ext cx="740750" cy="103773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25" name="Picture 24">
              <a:extLst>
                <a:ext uri="{FF2B5EF4-FFF2-40B4-BE49-F238E27FC236}">
                  <a16:creationId xmlns:a16="http://schemas.microsoft.com/office/drawing/2014/main" id="{4A1DFC77-5E47-CAEC-A6A9-B58B19282D2F}"/>
                </a:ext>
              </a:extLst>
            </p:cNvPr>
            <p:cNvPicPr>
              <a:picLocks noChangeAspect="1"/>
            </p:cNvPicPr>
            <p:nvPr/>
          </p:nvPicPr>
          <p:blipFill>
            <a:blip r:embed="rId3"/>
            <a:stretch>
              <a:fillRect/>
            </a:stretch>
          </p:blipFill>
          <p:spPr>
            <a:xfrm>
              <a:off x="827300" y="4204331"/>
              <a:ext cx="534960" cy="491917"/>
            </a:xfrm>
            <a:prstGeom prst="rect">
              <a:avLst/>
            </a:prstGeom>
          </p:spPr>
        </p:pic>
      </p:grpSp>
      <p:grpSp>
        <p:nvGrpSpPr>
          <p:cNvPr id="43" name="Group 42">
            <a:extLst>
              <a:ext uri="{FF2B5EF4-FFF2-40B4-BE49-F238E27FC236}">
                <a16:creationId xmlns:a16="http://schemas.microsoft.com/office/drawing/2014/main" id="{F3C1E0DB-D18A-4861-F1EE-F97DE096B462}"/>
              </a:ext>
            </a:extLst>
          </p:cNvPr>
          <p:cNvGrpSpPr/>
          <p:nvPr/>
        </p:nvGrpSpPr>
        <p:grpSpPr>
          <a:xfrm>
            <a:off x="8422529" y="3800785"/>
            <a:ext cx="2741368" cy="885162"/>
            <a:chOff x="8595500" y="3779396"/>
            <a:chExt cx="2741368" cy="885162"/>
          </a:xfrm>
          <a:solidFill>
            <a:schemeClr val="bg2">
              <a:lumMod val="40000"/>
              <a:lumOff val="60000"/>
            </a:schemeClr>
          </a:solidFill>
        </p:grpSpPr>
        <p:sp>
          <p:nvSpPr>
            <p:cNvPr id="42" name="Rectangle: Rounded Corners 4">
              <a:extLst>
                <a:ext uri="{FF2B5EF4-FFF2-40B4-BE49-F238E27FC236}">
                  <a16:creationId xmlns:a16="http://schemas.microsoft.com/office/drawing/2014/main" id="{EF30268A-388D-D0AA-3FA0-8D0A7DE8309C}"/>
                </a:ext>
              </a:extLst>
            </p:cNvPr>
            <p:cNvSpPr/>
            <p:nvPr/>
          </p:nvSpPr>
          <p:spPr>
            <a:xfrm>
              <a:off x="8595500" y="3779396"/>
              <a:ext cx="2741368" cy="885162"/>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1" name="TextBox 40">
              <a:extLst>
                <a:ext uri="{FF2B5EF4-FFF2-40B4-BE49-F238E27FC236}">
                  <a16:creationId xmlns:a16="http://schemas.microsoft.com/office/drawing/2014/main" id="{287D368C-93A7-4669-AD63-D5F3BCFA3E1F}"/>
                </a:ext>
              </a:extLst>
            </p:cNvPr>
            <p:cNvSpPr txBox="1"/>
            <p:nvPr/>
          </p:nvSpPr>
          <p:spPr>
            <a:xfrm>
              <a:off x="9532146" y="3903576"/>
              <a:ext cx="1725136" cy="523220"/>
            </a:xfrm>
            <a:prstGeom prst="rect">
              <a:avLst/>
            </a:prstGeom>
            <a:grpFill/>
          </p:spPr>
          <p:txBody>
            <a:bodyPr wrap="square" rtlCol="0">
              <a:spAutoFit/>
            </a:bodyPr>
            <a:lstStyle/>
            <a:p>
              <a:pPr algn="l">
                <a:spcBef>
                  <a:spcPts val="1000"/>
                </a:spcBef>
                <a:spcAft>
                  <a:spcPts val="600"/>
                </a:spcAft>
              </a:pPr>
              <a:r>
                <a:rPr lang="en-US" sz="1400" dirty="0">
                  <a:solidFill>
                    <a:schemeClr val="bg1"/>
                  </a:solidFill>
                </a:rPr>
                <a:t>persistent </a:t>
              </a:r>
              <a:r>
                <a:rPr lang="en-US" sz="1400" dirty="0" err="1">
                  <a:solidFill>
                    <a:schemeClr val="bg1"/>
                  </a:solidFill>
                </a:rPr>
                <a:t>sccache</a:t>
              </a:r>
              <a:r>
                <a:rPr lang="en-US" sz="1400" dirty="0">
                  <a:solidFill>
                    <a:schemeClr val="bg1"/>
                  </a:solidFill>
                </a:rPr>
                <a:t> object storage</a:t>
              </a:r>
            </a:p>
          </p:txBody>
        </p:sp>
      </p:grpSp>
      <p:pic>
        <p:nvPicPr>
          <p:cNvPr id="40" name="Picture 39">
            <a:extLst>
              <a:ext uri="{FF2B5EF4-FFF2-40B4-BE49-F238E27FC236}">
                <a16:creationId xmlns:a16="http://schemas.microsoft.com/office/drawing/2014/main" id="{5D6C9C11-10FA-4A95-6875-E08EF2640DB6}"/>
              </a:ext>
            </a:extLst>
          </p:cNvPr>
          <p:cNvPicPr>
            <a:picLocks noChangeAspect="1"/>
          </p:cNvPicPr>
          <p:nvPr/>
        </p:nvPicPr>
        <p:blipFill>
          <a:blip r:embed="rId4"/>
          <a:stretch>
            <a:fillRect/>
          </a:stretch>
        </p:blipFill>
        <p:spPr>
          <a:xfrm>
            <a:off x="8114851" y="2103111"/>
            <a:ext cx="534847" cy="534847"/>
          </a:xfrm>
          <a:prstGeom prst="rect">
            <a:avLst/>
          </a:prstGeom>
        </p:spPr>
      </p:pic>
      <p:cxnSp>
        <p:nvCxnSpPr>
          <p:cNvPr id="45" name="Straight Arrow Connector 44">
            <a:extLst>
              <a:ext uri="{FF2B5EF4-FFF2-40B4-BE49-F238E27FC236}">
                <a16:creationId xmlns:a16="http://schemas.microsoft.com/office/drawing/2014/main" id="{C42B0980-4BDB-8646-5BE9-79255C40BD83}"/>
              </a:ext>
            </a:extLst>
          </p:cNvPr>
          <p:cNvCxnSpPr/>
          <p:nvPr/>
        </p:nvCxnSpPr>
        <p:spPr>
          <a:xfrm>
            <a:off x="9698672" y="3430897"/>
            <a:ext cx="0" cy="3717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CD1F37D5-6A56-EA8C-C682-D5B9F93E76A3}"/>
              </a:ext>
            </a:extLst>
          </p:cNvPr>
          <p:cNvCxnSpPr/>
          <p:nvPr/>
        </p:nvCxnSpPr>
        <p:spPr>
          <a:xfrm flipV="1">
            <a:off x="9813596" y="3422234"/>
            <a:ext cx="0" cy="3717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Elbow Connector 52">
            <a:extLst>
              <a:ext uri="{FF2B5EF4-FFF2-40B4-BE49-F238E27FC236}">
                <a16:creationId xmlns:a16="http://schemas.microsoft.com/office/drawing/2014/main" id="{C3EACFD7-E9BD-D0E0-81A2-391B5414B841}"/>
              </a:ext>
            </a:extLst>
          </p:cNvPr>
          <p:cNvCxnSpPr>
            <a:cxnSpLocks/>
            <a:endCxn id="74" idx="2"/>
          </p:cNvCxnSpPr>
          <p:nvPr/>
        </p:nvCxnSpPr>
        <p:spPr>
          <a:xfrm rot="10800000" flipV="1">
            <a:off x="1091024" y="3194137"/>
            <a:ext cx="9412051" cy="1897924"/>
          </a:xfrm>
          <a:prstGeom prst="bentConnector4">
            <a:avLst>
              <a:gd name="adj1" fmla="val -10991"/>
              <a:gd name="adj2" fmla="val 123371"/>
            </a:avLst>
          </a:prstGeom>
          <a:ln>
            <a:tailEnd type="triangle"/>
          </a:ln>
        </p:spPr>
        <p:style>
          <a:lnRef idx="1">
            <a:schemeClr val="dk1"/>
          </a:lnRef>
          <a:fillRef idx="0">
            <a:schemeClr val="dk1"/>
          </a:fillRef>
          <a:effectRef idx="0">
            <a:schemeClr val="dk1"/>
          </a:effectRef>
          <a:fontRef idx="minor">
            <a:schemeClr val="tx1"/>
          </a:fontRef>
        </p:style>
      </p:cxnSp>
      <p:pic>
        <p:nvPicPr>
          <p:cNvPr id="7" name="Picture 2">
            <a:extLst>
              <a:ext uri="{FF2B5EF4-FFF2-40B4-BE49-F238E27FC236}">
                <a16:creationId xmlns:a16="http://schemas.microsoft.com/office/drawing/2014/main" id="{DB8C6225-76E8-A7EC-F4B0-3CA1251BE9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13806" y="3843512"/>
            <a:ext cx="525233" cy="628316"/>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Straight Arrow Connector 16">
            <a:extLst>
              <a:ext uri="{FF2B5EF4-FFF2-40B4-BE49-F238E27FC236}">
                <a16:creationId xmlns:a16="http://schemas.microsoft.com/office/drawing/2014/main" id="{F279805E-EFDD-A2D0-B238-47FBF8B28DDF}"/>
              </a:ext>
            </a:extLst>
          </p:cNvPr>
          <p:cNvCxnSpPr>
            <a:cxnSpLocks/>
          </p:cNvCxnSpPr>
          <p:nvPr/>
        </p:nvCxnSpPr>
        <p:spPr>
          <a:xfrm>
            <a:off x="3022406" y="2585387"/>
            <a:ext cx="64929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9" name="Group 18">
            <a:extLst>
              <a:ext uri="{FF2B5EF4-FFF2-40B4-BE49-F238E27FC236}">
                <a16:creationId xmlns:a16="http://schemas.microsoft.com/office/drawing/2014/main" id="{1A87BA08-0E5B-3D5D-8B0C-EBDF71CCF5B5}"/>
              </a:ext>
            </a:extLst>
          </p:cNvPr>
          <p:cNvGrpSpPr/>
          <p:nvPr/>
        </p:nvGrpSpPr>
        <p:grpSpPr>
          <a:xfrm>
            <a:off x="720648" y="4054323"/>
            <a:ext cx="918935" cy="1037738"/>
            <a:chOff x="724405" y="4045532"/>
            <a:chExt cx="918935" cy="1037738"/>
          </a:xfrm>
          <a:solidFill>
            <a:schemeClr val="bg2">
              <a:lumMod val="40000"/>
              <a:lumOff val="60000"/>
            </a:schemeClr>
          </a:solidFill>
        </p:grpSpPr>
        <p:sp>
          <p:nvSpPr>
            <p:cNvPr id="22" name="Rectangle: Rounded Corners 73">
              <a:extLst>
                <a:ext uri="{FF2B5EF4-FFF2-40B4-BE49-F238E27FC236}">
                  <a16:creationId xmlns:a16="http://schemas.microsoft.com/office/drawing/2014/main" id="{FE6F012F-8E44-4AB9-9A5A-6703C73A4296}"/>
                </a:ext>
              </a:extLst>
            </p:cNvPr>
            <p:cNvSpPr/>
            <p:nvPr/>
          </p:nvSpPr>
          <p:spPr>
            <a:xfrm>
              <a:off x="724405" y="4045532"/>
              <a:ext cx="740750" cy="1037738"/>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23" name="Picture 22">
              <a:extLst>
                <a:ext uri="{FF2B5EF4-FFF2-40B4-BE49-F238E27FC236}">
                  <a16:creationId xmlns:a16="http://schemas.microsoft.com/office/drawing/2014/main" id="{F01801DA-AB39-C6FD-7453-29C77797E6A3}"/>
                </a:ext>
              </a:extLst>
            </p:cNvPr>
            <p:cNvPicPr>
              <a:picLocks noChangeAspect="1"/>
            </p:cNvPicPr>
            <p:nvPr/>
          </p:nvPicPr>
          <p:blipFill>
            <a:blip r:embed="rId3"/>
            <a:stretch>
              <a:fillRect/>
            </a:stretch>
          </p:blipFill>
          <p:spPr>
            <a:xfrm>
              <a:off x="827300" y="4204331"/>
              <a:ext cx="534960" cy="491917"/>
            </a:xfrm>
            <a:prstGeom prst="rect">
              <a:avLst/>
            </a:prstGeom>
            <a:grpFill/>
          </p:spPr>
        </p:pic>
        <p:sp>
          <p:nvSpPr>
            <p:cNvPr id="21" name="TextBox 20">
              <a:extLst>
                <a:ext uri="{FF2B5EF4-FFF2-40B4-BE49-F238E27FC236}">
                  <a16:creationId xmlns:a16="http://schemas.microsoft.com/office/drawing/2014/main" id="{7476D6EA-2247-5B98-CD82-7F5FA7F98E12}"/>
                </a:ext>
              </a:extLst>
            </p:cNvPr>
            <p:cNvSpPr txBox="1"/>
            <p:nvPr/>
          </p:nvSpPr>
          <p:spPr>
            <a:xfrm>
              <a:off x="752237" y="4718745"/>
              <a:ext cx="891103" cy="307777"/>
            </a:xfrm>
            <a:prstGeom prst="rect">
              <a:avLst/>
            </a:prstGeom>
            <a:noFill/>
          </p:spPr>
          <p:txBody>
            <a:bodyPr wrap="square" rtlCol="0">
              <a:spAutoFit/>
            </a:bodyPr>
            <a:lstStyle/>
            <a:p>
              <a:r>
                <a:rPr lang="en-US" sz="1400" dirty="0" err="1">
                  <a:solidFill>
                    <a:schemeClr val="bg1"/>
                  </a:solidFill>
                </a:rPr>
                <a:t>CDash</a:t>
              </a:r>
              <a:endParaRPr lang="en-US" sz="1400" dirty="0">
                <a:solidFill>
                  <a:schemeClr val="bg1"/>
                </a:solidFill>
              </a:endParaRPr>
            </a:p>
          </p:txBody>
        </p:sp>
      </p:grpSp>
      <p:grpSp>
        <p:nvGrpSpPr>
          <p:cNvPr id="24" name="Group 23">
            <a:extLst>
              <a:ext uri="{FF2B5EF4-FFF2-40B4-BE49-F238E27FC236}">
                <a16:creationId xmlns:a16="http://schemas.microsoft.com/office/drawing/2014/main" id="{78792231-62A0-A82F-13FC-24C2E1F5D005}"/>
              </a:ext>
            </a:extLst>
          </p:cNvPr>
          <p:cNvGrpSpPr/>
          <p:nvPr/>
        </p:nvGrpSpPr>
        <p:grpSpPr>
          <a:xfrm>
            <a:off x="633505" y="1637080"/>
            <a:ext cx="2388901" cy="1306612"/>
            <a:chOff x="633505" y="1637080"/>
            <a:chExt cx="2388901" cy="1306612"/>
          </a:xfrm>
          <a:solidFill>
            <a:schemeClr val="bg2">
              <a:lumMod val="40000"/>
              <a:lumOff val="60000"/>
            </a:schemeClr>
          </a:solidFill>
        </p:grpSpPr>
        <p:sp>
          <p:nvSpPr>
            <p:cNvPr id="26" name="Rectangle: Rounded Corners 4">
              <a:extLst>
                <a:ext uri="{FF2B5EF4-FFF2-40B4-BE49-F238E27FC236}">
                  <a16:creationId xmlns:a16="http://schemas.microsoft.com/office/drawing/2014/main" id="{33F72198-D07B-4B3F-9D62-D22FDD7480C0}"/>
                </a:ext>
              </a:extLst>
            </p:cNvPr>
            <p:cNvSpPr/>
            <p:nvPr/>
          </p:nvSpPr>
          <p:spPr>
            <a:xfrm>
              <a:off x="720648" y="1637080"/>
              <a:ext cx="2301758" cy="1306612"/>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7" name="TextBox 26">
              <a:extLst>
                <a:ext uri="{FF2B5EF4-FFF2-40B4-BE49-F238E27FC236}">
                  <a16:creationId xmlns:a16="http://schemas.microsoft.com/office/drawing/2014/main" id="{602AC50E-D826-1E3D-0AB5-AF265F80FEC8}"/>
                </a:ext>
              </a:extLst>
            </p:cNvPr>
            <p:cNvSpPr txBox="1"/>
            <p:nvPr/>
          </p:nvSpPr>
          <p:spPr>
            <a:xfrm>
              <a:off x="1082222" y="2412473"/>
              <a:ext cx="1598455" cy="369332"/>
            </a:xfrm>
            <a:prstGeom prst="rect">
              <a:avLst/>
            </a:prstGeom>
            <a:grpFill/>
          </p:spPr>
          <p:txBody>
            <a:bodyPr wrap="square" rtlCol="0">
              <a:spAutoFit/>
            </a:bodyPr>
            <a:lstStyle/>
            <a:p>
              <a:pPr algn="ctr"/>
              <a:r>
                <a:rPr lang="en-US" dirty="0">
                  <a:solidFill>
                    <a:schemeClr val="bg1"/>
                  </a:solidFill>
                </a:rPr>
                <a:t>Pull Request</a:t>
              </a:r>
            </a:p>
          </p:txBody>
        </p:sp>
        <p:pic>
          <p:nvPicPr>
            <p:cNvPr id="30" name="Picture 2" descr="GitHub Logo">
              <a:extLst>
                <a:ext uri="{FF2B5EF4-FFF2-40B4-BE49-F238E27FC236}">
                  <a16:creationId xmlns:a16="http://schemas.microsoft.com/office/drawing/2014/main" id="{A9AD3F8C-CA15-0E6C-EF97-4F5E187912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3505" y="1715900"/>
              <a:ext cx="1059486" cy="596339"/>
            </a:xfrm>
            <a:prstGeom prst="rect">
              <a:avLst/>
            </a:prstGeom>
            <a:noFill/>
          </p:spPr>
        </p:pic>
      </p:grpSp>
      <p:grpSp>
        <p:nvGrpSpPr>
          <p:cNvPr id="31" name="Group 30">
            <a:extLst>
              <a:ext uri="{FF2B5EF4-FFF2-40B4-BE49-F238E27FC236}">
                <a16:creationId xmlns:a16="http://schemas.microsoft.com/office/drawing/2014/main" id="{6426E400-E571-D77F-B96C-31EF6292EE4E}"/>
              </a:ext>
            </a:extLst>
          </p:cNvPr>
          <p:cNvGrpSpPr/>
          <p:nvPr/>
        </p:nvGrpSpPr>
        <p:grpSpPr>
          <a:xfrm>
            <a:off x="3671696" y="2009182"/>
            <a:ext cx="2309139" cy="3183113"/>
            <a:chOff x="3671696" y="2009182"/>
            <a:chExt cx="2309139" cy="3183113"/>
          </a:xfrm>
          <a:solidFill>
            <a:schemeClr val="bg2">
              <a:lumMod val="40000"/>
              <a:lumOff val="60000"/>
            </a:schemeClr>
          </a:solidFill>
        </p:grpSpPr>
        <p:sp>
          <p:nvSpPr>
            <p:cNvPr id="33" name="Rectangle: Rounded Corners 9">
              <a:extLst>
                <a:ext uri="{FF2B5EF4-FFF2-40B4-BE49-F238E27FC236}">
                  <a16:creationId xmlns:a16="http://schemas.microsoft.com/office/drawing/2014/main" id="{0F0F1E97-7588-5722-0F38-9EBA65DAF52F}"/>
                </a:ext>
              </a:extLst>
            </p:cNvPr>
            <p:cNvSpPr/>
            <p:nvPr/>
          </p:nvSpPr>
          <p:spPr>
            <a:xfrm>
              <a:off x="3679077" y="2009182"/>
              <a:ext cx="2301758" cy="3183113"/>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5" name="TextBox 34">
              <a:extLst>
                <a:ext uri="{FF2B5EF4-FFF2-40B4-BE49-F238E27FC236}">
                  <a16:creationId xmlns:a16="http://schemas.microsoft.com/office/drawing/2014/main" id="{F986B469-3D51-16F9-A7DE-8B4C89FA0410}"/>
                </a:ext>
              </a:extLst>
            </p:cNvPr>
            <p:cNvSpPr txBox="1"/>
            <p:nvPr/>
          </p:nvSpPr>
          <p:spPr>
            <a:xfrm>
              <a:off x="4523418" y="2406571"/>
              <a:ext cx="1425902" cy="1015663"/>
            </a:xfrm>
            <a:prstGeom prst="rect">
              <a:avLst/>
            </a:prstGeom>
            <a:grpFill/>
          </p:spPr>
          <p:txBody>
            <a:bodyPr wrap="square" rtlCol="0">
              <a:spAutoFit/>
            </a:bodyPr>
            <a:lstStyle/>
            <a:p>
              <a:pPr algn="r"/>
              <a:r>
                <a:rPr lang="en-US" sz="1200" dirty="0">
                  <a:solidFill>
                    <a:schemeClr val="bg1"/>
                  </a:solidFill>
                </a:rPr>
                <a:t>gcc10-openmpi4</a:t>
              </a:r>
            </a:p>
            <a:p>
              <a:pPr algn="r"/>
              <a:r>
                <a:rPr lang="en-US" sz="1200" dirty="0">
                  <a:solidFill>
                    <a:schemeClr val="bg1"/>
                  </a:solidFill>
                </a:rPr>
                <a:t>framework-tests</a:t>
              </a:r>
            </a:p>
            <a:p>
              <a:pPr algn="r"/>
              <a:r>
                <a:rPr lang="en-US" sz="1200" dirty="0">
                  <a:solidFill>
                    <a:schemeClr val="bg1"/>
                  </a:solidFill>
                </a:rPr>
                <a:t>oneapi2024</a:t>
              </a:r>
            </a:p>
            <a:p>
              <a:pPr algn="r"/>
              <a:r>
                <a:rPr lang="en-US" sz="1200" dirty="0">
                  <a:solidFill>
                    <a:schemeClr val="bg1"/>
                  </a:solidFill>
                </a:rPr>
                <a:t>cuda11</a:t>
              </a:r>
            </a:p>
            <a:p>
              <a:pPr algn="r"/>
              <a:r>
                <a:rPr lang="en-US" sz="1200" dirty="0">
                  <a:solidFill>
                    <a:schemeClr val="bg1"/>
                  </a:solidFill>
                </a:rPr>
                <a:t>…</a:t>
              </a:r>
            </a:p>
          </p:txBody>
        </p:sp>
        <p:sp>
          <p:nvSpPr>
            <p:cNvPr id="37" name="TextBox 36">
              <a:extLst>
                <a:ext uri="{FF2B5EF4-FFF2-40B4-BE49-F238E27FC236}">
                  <a16:creationId xmlns:a16="http://schemas.microsoft.com/office/drawing/2014/main" id="{3E12BA0B-8E6C-FD37-125E-8B08882A520E}"/>
                </a:ext>
              </a:extLst>
            </p:cNvPr>
            <p:cNvSpPr txBox="1"/>
            <p:nvPr/>
          </p:nvSpPr>
          <p:spPr>
            <a:xfrm>
              <a:off x="3671696" y="2831823"/>
              <a:ext cx="1024980" cy="938719"/>
            </a:xfrm>
            <a:prstGeom prst="rect">
              <a:avLst/>
            </a:prstGeom>
            <a:noFill/>
          </p:spPr>
          <p:txBody>
            <a:bodyPr wrap="square" rtlCol="0">
              <a:spAutoFit/>
            </a:bodyPr>
            <a:lstStyle/>
            <a:p>
              <a:r>
                <a:rPr lang="en-US" sz="1100" dirty="0">
                  <a:solidFill>
                    <a:schemeClr val="bg1"/>
                  </a:solidFill>
                </a:rPr>
                <a:t>Post comment with filtered </a:t>
              </a:r>
              <a:r>
                <a:rPr lang="en-US" sz="1100" dirty="0" err="1">
                  <a:solidFill>
                    <a:schemeClr val="bg1"/>
                  </a:solidFill>
                </a:rPr>
                <a:t>CDash</a:t>
              </a:r>
              <a:r>
                <a:rPr lang="en-US" sz="1100" dirty="0">
                  <a:solidFill>
                    <a:schemeClr val="bg1"/>
                  </a:solidFill>
                </a:rPr>
                <a:t> result URLs</a:t>
              </a:r>
            </a:p>
          </p:txBody>
        </p:sp>
        <p:pic>
          <p:nvPicPr>
            <p:cNvPr id="39" name="Picture 38">
              <a:extLst>
                <a:ext uri="{FF2B5EF4-FFF2-40B4-BE49-F238E27FC236}">
                  <a16:creationId xmlns:a16="http://schemas.microsoft.com/office/drawing/2014/main" id="{49AABF9F-B2F0-685E-E6A7-75E66ED23520}"/>
                </a:ext>
              </a:extLst>
            </p:cNvPr>
            <p:cNvPicPr>
              <a:picLocks noChangeAspect="1"/>
            </p:cNvPicPr>
            <p:nvPr/>
          </p:nvPicPr>
          <p:blipFill>
            <a:blip r:embed="rId7"/>
            <a:stretch>
              <a:fillRect/>
            </a:stretch>
          </p:blipFill>
          <p:spPr>
            <a:xfrm>
              <a:off x="3889489" y="2109011"/>
              <a:ext cx="519620" cy="519620"/>
            </a:xfrm>
            <a:prstGeom prst="rect">
              <a:avLst/>
            </a:prstGeom>
            <a:grpFill/>
          </p:spPr>
        </p:pic>
        <p:sp>
          <p:nvSpPr>
            <p:cNvPr id="44" name="TextBox 43">
              <a:extLst>
                <a:ext uri="{FF2B5EF4-FFF2-40B4-BE49-F238E27FC236}">
                  <a16:creationId xmlns:a16="http://schemas.microsoft.com/office/drawing/2014/main" id="{D403EA60-F452-6171-CE08-E1D292FB22D8}"/>
                </a:ext>
              </a:extLst>
            </p:cNvPr>
            <p:cNvSpPr txBox="1"/>
            <p:nvPr/>
          </p:nvSpPr>
          <p:spPr>
            <a:xfrm>
              <a:off x="3697068" y="3858618"/>
              <a:ext cx="2283767" cy="1123384"/>
            </a:xfrm>
            <a:prstGeom prst="rect">
              <a:avLst/>
            </a:prstGeom>
            <a:noFill/>
          </p:spPr>
          <p:txBody>
            <a:bodyPr wrap="none" rtlCol="0">
              <a:spAutoFit/>
            </a:bodyPr>
            <a:lstStyle/>
            <a:p>
              <a:pPr algn="l">
                <a:spcBef>
                  <a:spcPts val="1000"/>
                </a:spcBef>
                <a:spcAft>
                  <a:spcPts val="600"/>
                </a:spcAft>
              </a:pPr>
              <a:r>
                <a:rPr lang="en-US" sz="1400" dirty="0">
                  <a:solidFill>
                    <a:schemeClr val="bg1"/>
                  </a:solidFill>
                </a:rPr>
                <a:t>Non-build checks</a:t>
              </a:r>
            </a:p>
            <a:p>
              <a:pPr marL="137160" indent="-137160" algn="l">
                <a:buFont typeface="Arial" panose="020B0604020202020204" pitchFamily="34" charset="0"/>
                <a:buChar char="•"/>
              </a:pPr>
              <a:r>
                <a:rPr lang="en-US" sz="1200" dirty="0">
                  <a:solidFill>
                    <a:schemeClr val="bg1"/>
                  </a:solidFill>
                </a:rPr>
                <a:t>DCO signoff</a:t>
              </a:r>
            </a:p>
            <a:p>
              <a:pPr marL="137160" indent="-137160" algn="l">
                <a:buFont typeface="Arial" panose="020B0604020202020204" pitchFamily="34" charset="0"/>
                <a:buChar char="•"/>
              </a:pPr>
              <a:r>
                <a:rPr lang="en-US" sz="1200" dirty="0">
                  <a:solidFill>
                    <a:schemeClr val="bg1"/>
                  </a:solidFill>
                </a:rPr>
                <a:t>No git LFS objects added</a:t>
              </a:r>
            </a:p>
            <a:p>
              <a:pPr marL="137160" indent="-137160" algn="l">
                <a:buFont typeface="Arial" panose="020B0604020202020204" pitchFamily="34" charset="0"/>
                <a:buChar char="•"/>
              </a:pPr>
              <a:r>
                <a:rPr lang="en-US" sz="1200" dirty="0">
                  <a:solidFill>
                    <a:schemeClr val="bg1"/>
                  </a:solidFill>
                </a:rPr>
                <a:t>No PRs to `master` branch</a:t>
              </a:r>
            </a:p>
            <a:p>
              <a:pPr marL="137160" indent="-137160" algn="l">
                <a:buFont typeface="Arial" panose="020B0604020202020204" pitchFamily="34" charset="0"/>
                <a:buChar char="•"/>
              </a:pPr>
              <a:r>
                <a:rPr lang="en-US" sz="1200" dirty="0">
                  <a:solidFill>
                    <a:schemeClr val="bg1"/>
                  </a:solidFill>
                </a:rPr>
                <a:t>…</a:t>
              </a:r>
            </a:p>
          </p:txBody>
        </p:sp>
      </p:grpSp>
      <p:cxnSp>
        <p:nvCxnSpPr>
          <p:cNvPr id="46" name="Elbow Connector 45">
            <a:extLst>
              <a:ext uri="{FF2B5EF4-FFF2-40B4-BE49-F238E27FC236}">
                <a16:creationId xmlns:a16="http://schemas.microsoft.com/office/drawing/2014/main" id="{6A8CF631-D87E-840F-DE9F-8959B2791C5A}"/>
              </a:ext>
            </a:extLst>
          </p:cNvPr>
          <p:cNvCxnSpPr>
            <a:cxnSpLocks/>
          </p:cNvCxnSpPr>
          <p:nvPr/>
        </p:nvCxnSpPr>
        <p:spPr>
          <a:xfrm rot="10800000">
            <a:off x="3022408" y="2684469"/>
            <a:ext cx="717352" cy="275907"/>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53CBFB67-9E81-D988-4BB5-C0F25CC158AF}"/>
              </a:ext>
            </a:extLst>
          </p:cNvPr>
          <p:cNvCxnSpPr>
            <a:cxnSpLocks/>
          </p:cNvCxnSpPr>
          <p:nvPr/>
        </p:nvCxnSpPr>
        <p:spPr>
          <a:xfrm>
            <a:off x="5883442" y="2550695"/>
            <a:ext cx="217703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8167918A-E50B-AE77-FF27-81D2C1EE3CC3}"/>
              </a:ext>
            </a:extLst>
          </p:cNvPr>
          <p:cNvCxnSpPr>
            <a:cxnSpLocks/>
            <a:endCxn id="9" idx="1"/>
          </p:cNvCxnSpPr>
          <p:nvPr/>
        </p:nvCxnSpPr>
        <p:spPr>
          <a:xfrm flipV="1">
            <a:off x="5883442" y="2721555"/>
            <a:ext cx="1251122" cy="23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E6AAF1A9-D878-025B-61F2-659956E42679}"/>
              </a:ext>
            </a:extLst>
          </p:cNvPr>
          <p:cNvCxnSpPr>
            <a:cxnSpLocks/>
            <a:endCxn id="12" idx="1"/>
          </p:cNvCxnSpPr>
          <p:nvPr/>
        </p:nvCxnSpPr>
        <p:spPr>
          <a:xfrm flipV="1">
            <a:off x="5883442" y="2891027"/>
            <a:ext cx="1081845" cy="13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11711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05B10-0B49-EF70-FDFE-71180329CC46}"/>
            </a:ext>
          </a:extLst>
        </p:cNvPr>
        <p:cNvGrpSpPr/>
        <p:nvPr/>
      </p:nvGrpSpPr>
      <p:grpSpPr>
        <a:xfrm>
          <a:off x="0" y="0"/>
          <a:ext cx="0" cy="0"/>
          <a:chOff x="0" y="0"/>
          <a:chExt cx="0" cy="0"/>
        </a:xfrm>
      </p:grpSpPr>
      <p:grpSp>
        <p:nvGrpSpPr>
          <p:cNvPr id="81" name="Group 80">
            <a:extLst>
              <a:ext uri="{FF2B5EF4-FFF2-40B4-BE49-F238E27FC236}">
                <a16:creationId xmlns:a16="http://schemas.microsoft.com/office/drawing/2014/main" id="{47DCA8A8-8E9A-43C3-80A7-C46F0987F162}"/>
              </a:ext>
            </a:extLst>
          </p:cNvPr>
          <p:cNvGrpSpPr/>
          <p:nvPr/>
        </p:nvGrpSpPr>
        <p:grpSpPr>
          <a:xfrm>
            <a:off x="6727989" y="4342218"/>
            <a:ext cx="2677991" cy="885162"/>
            <a:chOff x="6727989" y="4095570"/>
            <a:chExt cx="2677991" cy="885162"/>
          </a:xfrm>
          <a:solidFill>
            <a:schemeClr val="bg2">
              <a:lumMod val="40000"/>
              <a:lumOff val="60000"/>
            </a:schemeClr>
          </a:solidFill>
        </p:grpSpPr>
        <p:grpSp>
          <p:nvGrpSpPr>
            <p:cNvPr id="43" name="Group 42">
              <a:extLst>
                <a:ext uri="{FF2B5EF4-FFF2-40B4-BE49-F238E27FC236}">
                  <a16:creationId xmlns:a16="http://schemas.microsoft.com/office/drawing/2014/main" id="{5CEFFC7E-090E-65BF-B995-C2648E3724A9}"/>
                </a:ext>
              </a:extLst>
            </p:cNvPr>
            <p:cNvGrpSpPr/>
            <p:nvPr/>
          </p:nvGrpSpPr>
          <p:grpSpPr>
            <a:xfrm>
              <a:off x="6727989" y="4095570"/>
              <a:ext cx="2677991" cy="885162"/>
              <a:chOff x="8595500" y="3779396"/>
              <a:chExt cx="2741368" cy="885162"/>
            </a:xfrm>
            <a:grpFill/>
          </p:grpSpPr>
          <p:sp>
            <p:nvSpPr>
              <p:cNvPr id="42" name="Rectangle: Rounded Corners 4">
                <a:extLst>
                  <a:ext uri="{FF2B5EF4-FFF2-40B4-BE49-F238E27FC236}">
                    <a16:creationId xmlns:a16="http://schemas.microsoft.com/office/drawing/2014/main" id="{87A71063-B602-2B84-0B8F-5FFA0D1D71CF}"/>
                  </a:ext>
                </a:extLst>
              </p:cNvPr>
              <p:cNvSpPr/>
              <p:nvPr/>
            </p:nvSpPr>
            <p:spPr>
              <a:xfrm>
                <a:off x="8595500" y="3779396"/>
                <a:ext cx="2741368" cy="885162"/>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1" name="TextBox 40">
                <a:extLst>
                  <a:ext uri="{FF2B5EF4-FFF2-40B4-BE49-F238E27FC236}">
                    <a16:creationId xmlns:a16="http://schemas.microsoft.com/office/drawing/2014/main" id="{19A0A579-FCD2-1CF8-C73A-56BA7534AB50}"/>
                  </a:ext>
                </a:extLst>
              </p:cNvPr>
              <p:cNvSpPr txBox="1"/>
              <p:nvPr/>
            </p:nvSpPr>
            <p:spPr>
              <a:xfrm>
                <a:off x="9400013" y="3903576"/>
                <a:ext cx="1857269" cy="523220"/>
              </a:xfrm>
              <a:prstGeom prst="rect">
                <a:avLst/>
              </a:prstGeom>
              <a:grpFill/>
            </p:spPr>
            <p:txBody>
              <a:bodyPr wrap="square" rtlCol="0">
                <a:spAutoFit/>
              </a:bodyPr>
              <a:lstStyle/>
              <a:p>
                <a:pPr algn="l">
                  <a:spcBef>
                    <a:spcPts val="1000"/>
                  </a:spcBef>
                  <a:spcAft>
                    <a:spcPts val="600"/>
                  </a:spcAft>
                </a:pPr>
                <a:r>
                  <a:rPr lang="en-US" sz="1400" dirty="0">
                    <a:solidFill>
                      <a:schemeClr val="bg1"/>
                    </a:solidFill>
                  </a:rPr>
                  <a:t>persistent </a:t>
                </a:r>
                <a:r>
                  <a:rPr lang="en-US" sz="1400" dirty="0" err="1">
                    <a:solidFill>
                      <a:schemeClr val="bg1"/>
                    </a:solidFill>
                  </a:rPr>
                  <a:t>sccache</a:t>
                </a:r>
                <a:r>
                  <a:rPr lang="en-US" sz="1400" dirty="0">
                    <a:solidFill>
                      <a:schemeClr val="bg1"/>
                    </a:solidFill>
                  </a:rPr>
                  <a:t> object storage</a:t>
                </a:r>
              </a:p>
            </p:txBody>
          </p:sp>
        </p:grpSp>
        <p:pic>
          <p:nvPicPr>
            <p:cNvPr id="7" name="Picture 2">
              <a:extLst>
                <a:ext uri="{FF2B5EF4-FFF2-40B4-BE49-F238E27FC236}">
                  <a16:creationId xmlns:a16="http://schemas.microsoft.com/office/drawing/2014/main" id="{075AA325-4390-AA5A-981F-9CFB43E9E4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4909" y="4193749"/>
              <a:ext cx="525233" cy="628316"/>
            </a:xfrm>
            <a:prstGeom prst="rect">
              <a:avLst/>
            </a:prstGeom>
            <a:grpFill/>
          </p:spPr>
        </p:pic>
      </p:grpSp>
      <p:grpSp>
        <p:nvGrpSpPr>
          <p:cNvPr id="6" name="Group 5">
            <a:extLst>
              <a:ext uri="{FF2B5EF4-FFF2-40B4-BE49-F238E27FC236}">
                <a16:creationId xmlns:a16="http://schemas.microsoft.com/office/drawing/2014/main" id="{EE71BEE9-96A8-7660-4DA6-B27C34572ED1}"/>
              </a:ext>
            </a:extLst>
          </p:cNvPr>
          <p:cNvGrpSpPr/>
          <p:nvPr/>
        </p:nvGrpSpPr>
        <p:grpSpPr>
          <a:xfrm>
            <a:off x="6727990" y="2607678"/>
            <a:ext cx="2677991" cy="1109341"/>
            <a:chOff x="8060478" y="2048839"/>
            <a:chExt cx="3276389" cy="1373396"/>
          </a:xfrm>
          <a:solidFill>
            <a:schemeClr val="bg2">
              <a:lumMod val="40000"/>
              <a:lumOff val="60000"/>
            </a:schemeClr>
          </a:solidFill>
        </p:grpSpPr>
        <p:sp>
          <p:nvSpPr>
            <p:cNvPr id="28" name="Rectangle: Rounded Corners 27">
              <a:extLst>
                <a:ext uri="{FF2B5EF4-FFF2-40B4-BE49-F238E27FC236}">
                  <a16:creationId xmlns:a16="http://schemas.microsoft.com/office/drawing/2014/main" id="{648EF62C-AD60-F301-A5F5-8BB5C3A279C1}"/>
                </a:ext>
              </a:extLst>
            </p:cNvPr>
            <p:cNvSpPr/>
            <p:nvPr/>
          </p:nvSpPr>
          <p:spPr>
            <a:xfrm>
              <a:off x="8060478" y="2048839"/>
              <a:ext cx="3276389" cy="1373396"/>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3076" name="Picture 4">
              <a:extLst>
                <a:ext uri="{FF2B5EF4-FFF2-40B4-BE49-F238E27FC236}">
                  <a16:creationId xmlns:a16="http://schemas.microsoft.com/office/drawing/2014/main" id="{2F737029-7653-00B4-985A-C4F4002951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9755" y="2098676"/>
              <a:ext cx="602929" cy="602929"/>
            </a:xfrm>
            <a:prstGeom prst="rect">
              <a:avLst/>
            </a:prstGeom>
            <a:grpFill/>
          </p:spPr>
        </p:pic>
      </p:grpSp>
      <p:grpSp>
        <p:nvGrpSpPr>
          <p:cNvPr id="61" name="Group 60">
            <a:extLst>
              <a:ext uri="{FF2B5EF4-FFF2-40B4-BE49-F238E27FC236}">
                <a16:creationId xmlns:a16="http://schemas.microsoft.com/office/drawing/2014/main" id="{BEACE6CC-E245-92FD-12E6-22B39DEE14A8}"/>
              </a:ext>
            </a:extLst>
          </p:cNvPr>
          <p:cNvGrpSpPr/>
          <p:nvPr/>
        </p:nvGrpSpPr>
        <p:grpSpPr>
          <a:xfrm>
            <a:off x="10061891" y="1338664"/>
            <a:ext cx="1623262" cy="1280867"/>
            <a:chOff x="6777211" y="981559"/>
            <a:chExt cx="1623262" cy="1280867"/>
          </a:xfrm>
          <a:solidFill>
            <a:schemeClr val="bg2">
              <a:lumMod val="40000"/>
              <a:lumOff val="60000"/>
            </a:schemeClr>
          </a:solidFill>
        </p:grpSpPr>
        <p:sp>
          <p:nvSpPr>
            <p:cNvPr id="21" name="Rounded Rectangle 20">
              <a:extLst>
                <a:ext uri="{FF2B5EF4-FFF2-40B4-BE49-F238E27FC236}">
                  <a16:creationId xmlns:a16="http://schemas.microsoft.com/office/drawing/2014/main" id="{88317759-CE3B-5E95-CFA4-DC3F3226E9E1}"/>
                </a:ext>
              </a:extLst>
            </p:cNvPr>
            <p:cNvSpPr/>
            <p:nvPr/>
          </p:nvSpPr>
          <p:spPr>
            <a:xfrm>
              <a:off x="6777211" y="981559"/>
              <a:ext cx="1623262" cy="1280867"/>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82A005F9-8140-7DBE-F74F-7E079A61606B}"/>
                </a:ext>
              </a:extLst>
            </p:cNvPr>
            <p:cNvSpPr txBox="1"/>
            <p:nvPr/>
          </p:nvSpPr>
          <p:spPr>
            <a:xfrm>
              <a:off x="6789284" y="1206274"/>
              <a:ext cx="1552024" cy="738664"/>
            </a:xfrm>
            <a:prstGeom prst="rect">
              <a:avLst/>
            </a:prstGeom>
            <a:grpFill/>
          </p:spPr>
          <p:txBody>
            <a:bodyPr wrap="square" rtlCol="0">
              <a:spAutoFit/>
            </a:bodyPr>
            <a:lstStyle/>
            <a:p>
              <a:pPr marL="137160" indent="-137160" algn="l">
                <a:buFont typeface="Arial" panose="020B0604020202020204" pitchFamily="34" charset="0"/>
                <a:buChar char="•"/>
              </a:pPr>
              <a:r>
                <a:rPr lang="en-US" sz="1400" dirty="0" err="1">
                  <a:solidFill>
                    <a:schemeClr val="bg1"/>
                  </a:solidFill>
                </a:rPr>
                <a:t>Kitware</a:t>
              </a:r>
              <a:r>
                <a:rPr lang="en-US" sz="1400" dirty="0">
                  <a:solidFill>
                    <a:schemeClr val="bg1"/>
                  </a:solidFill>
                </a:rPr>
                <a:t> mirror script(s)</a:t>
              </a:r>
            </a:p>
            <a:p>
              <a:pPr marL="137160" indent="-137160" algn="l">
                <a:buFont typeface="Arial" panose="020B0604020202020204" pitchFamily="34" charset="0"/>
                <a:buChar char="•"/>
              </a:pPr>
              <a:r>
                <a:rPr lang="en-US" sz="1400" dirty="0" err="1">
                  <a:solidFill>
                    <a:schemeClr val="bg1"/>
                  </a:solidFill>
                </a:rPr>
                <a:t>HubCast</a:t>
              </a:r>
              <a:endParaRPr lang="en-US" sz="1400" dirty="0">
                <a:solidFill>
                  <a:schemeClr val="bg1"/>
                </a:solidFill>
              </a:endParaRPr>
            </a:p>
          </p:txBody>
        </p:sp>
      </p:grpSp>
      <p:grpSp>
        <p:nvGrpSpPr>
          <p:cNvPr id="62" name="Group 61">
            <a:extLst>
              <a:ext uri="{FF2B5EF4-FFF2-40B4-BE49-F238E27FC236}">
                <a16:creationId xmlns:a16="http://schemas.microsoft.com/office/drawing/2014/main" id="{1CF0840F-EF51-A359-E995-0A7D457EED12}"/>
              </a:ext>
            </a:extLst>
          </p:cNvPr>
          <p:cNvGrpSpPr/>
          <p:nvPr/>
        </p:nvGrpSpPr>
        <p:grpSpPr>
          <a:xfrm>
            <a:off x="6727989" y="1355768"/>
            <a:ext cx="2691513" cy="946496"/>
            <a:chOff x="8645347" y="952626"/>
            <a:chExt cx="2691513" cy="946496"/>
          </a:xfrm>
          <a:solidFill>
            <a:schemeClr val="bg2">
              <a:lumMod val="40000"/>
              <a:lumOff val="60000"/>
            </a:schemeClr>
          </a:solidFill>
        </p:grpSpPr>
        <p:sp>
          <p:nvSpPr>
            <p:cNvPr id="26" name="Rounded Rectangle 25">
              <a:extLst>
                <a:ext uri="{FF2B5EF4-FFF2-40B4-BE49-F238E27FC236}">
                  <a16:creationId xmlns:a16="http://schemas.microsoft.com/office/drawing/2014/main" id="{66E68A5C-F0BD-B5A5-B96C-3EAFCEFE1CCF}"/>
                </a:ext>
              </a:extLst>
            </p:cNvPr>
            <p:cNvSpPr/>
            <p:nvPr/>
          </p:nvSpPr>
          <p:spPr>
            <a:xfrm>
              <a:off x="8645347" y="952626"/>
              <a:ext cx="2691513" cy="919430"/>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GitLab CI/CD | Datree docs">
              <a:extLst>
                <a:ext uri="{FF2B5EF4-FFF2-40B4-BE49-F238E27FC236}">
                  <a16:creationId xmlns:a16="http://schemas.microsoft.com/office/drawing/2014/main" id="{E716E707-3331-8C99-5507-3EC8152872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25284" y="1016724"/>
              <a:ext cx="523550" cy="585144"/>
            </a:xfrm>
            <a:prstGeom prst="rect">
              <a:avLst/>
            </a:prstGeom>
            <a:grpFill/>
          </p:spPr>
        </p:pic>
        <p:sp>
          <p:nvSpPr>
            <p:cNvPr id="27" name="TextBox 26">
              <a:extLst>
                <a:ext uri="{FF2B5EF4-FFF2-40B4-BE49-F238E27FC236}">
                  <a16:creationId xmlns:a16="http://schemas.microsoft.com/office/drawing/2014/main" id="{3FB8545D-BA29-7357-AAFB-F4494DDF9413}"/>
                </a:ext>
              </a:extLst>
            </p:cNvPr>
            <p:cNvSpPr txBox="1"/>
            <p:nvPr/>
          </p:nvSpPr>
          <p:spPr>
            <a:xfrm>
              <a:off x="9287736" y="976403"/>
              <a:ext cx="1289135" cy="369332"/>
            </a:xfrm>
            <a:prstGeom prst="rect">
              <a:avLst/>
            </a:prstGeom>
            <a:grpFill/>
          </p:spPr>
          <p:txBody>
            <a:bodyPr wrap="none" rtlCol="0">
              <a:spAutoFit/>
            </a:bodyPr>
            <a:lstStyle/>
            <a:p>
              <a:pPr algn="l">
                <a:spcBef>
                  <a:spcPts val="1000"/>
                </a:spcBef>
                <a:spcAft>
                  <a:spcPts val="600"/>
                </a:spcAft>
              </a:pPr>
              <a:r>
                <a:rPr lang="en-US" dirty="0">
                  <a:solidFill>
                    <a:schemeClr val="bg1"/>
                  </a:solidFill>
                </a:rPr>
                <a:t>UO GitLab</a:t>
              </a:r>
            </a:p>
          </p:txBody>
        </p:sp>
        <p:sp>
          <p:nvSpPr>
            <p:cNvPr id="30" name="TextBox 29">
              <a:extLst>
                <a:ext uri="{FF2B5EF4-FFF2-40B4-BE49-F238E27FC236}">
                  <a16:creationId xmlns:a16="http://schemas.microsoft.com/office/drawing/2014/main" id="{18F6358E-EC14-6821-C788-57646B33935B}"/>
                </a:ext>
              </a:extLst>
            </p:cNvPr>
            <p:cNvSpPr txBox="1"/>
            <p:nvPr/>
          </p:nvSpPr>
          <p:spPr>
            <a:xfrm>
              <a:off x="10679489" y="1252791"/>
              <a:ext cx="597006" cy="646331"/>
            </a:xfrm>
            <a:prstGeom prst="rect">
              <a:avLst/>
            </a:prstGeom>
            <a:noFill/>
          </p:spPr>
          <p:txBody>
            <a:bodyPr wrap="square" rtlCol="0">
              <a:spAutoFit/>
            </a:bodyPr>
            <a:lstStyle/>
            <a:p>
              <a:pPr algn="l">
                <a:spcBef>
                  <a:spcPts val="1000"/>
                </a:spcBef>
                <a:spcAft>
                  <a:spcPts val="600"/>
                </a:spcAft>
              </a:pPr>
              <a:r>
                <a:rPr lang="en-US" sz="1200" dirty="0" err="1">
                  <a:solidFill>
                    <a:schemeClr val="bg1"/>
                  </a:solidFill>
                </a:rPr>
                <a:t>rocm</a:t>
              </a:r>
              <a:br>
                <a:rPr lang="en-US" sz="1200" dirty="0">
                  <a:solidFill>
                    <a:schemeClr val="bg1"/>
                  </a:solidFill>
                </a:rPr>
              </a:br>
              <a:r>
                <a:rPr lang="en-US" sz="1200" dirty="0" err="1">
                  <a:solidFill>
                    <a:schemeClr val="bg1"/>
                  </a:solidFill>
                </a:rPr>
                <a:t>sycl</a:t>
              </a:r>
              <a:br>
                <a:rPr lang="en-US" sz="1200" dirty="0">
                  <a:solidFill>
                    <a:schemeClr val="bg1"/>
                  </a:solidFill>
                </a:rPr>
              </a:br>
              <a:r>
                <a:rPr lang="en-US" sz="1200" dirty="0">
                  <a:solidFill>
                    <a:schemeClr val="bg1"/>
                  </a:solidFill>
                </a:rPr>
                <a:t>…</a:t>
              </a:r>
            </a:p>
          </p:txBody>
        </p:sp>
      </p:grpSp>
      <p:grpSp>
        <p:nvGrpSpPr>
          <p:cNvPr id="107" name="Group 106">
            <a:extLst>
              <a:ext uri="{FF2B5EF4-FFF2-40B4-BE49-F238E27FC236}">
                <a16:creationId xmlns:a16="http://schemas.microsoft.com/office/drawing/2014/main" id="{206BD722-57A3-99C8-3224-70BCB9FCEE5E}"/>
              </a:ext>
            </a:extLst>
          </p:cNvPr>
          <p:cNvGrpSpPr/>
          <p:nvPr/>
        </p:nvGrpSpPr>
        <p:grpSpPr>
          <a:xfrm>
            <a:off x="633505" y="1637080"/>
            <a:ext cx="2388901" cy="1306612"/>
            <a:chOff x="633505" y="1637080"/>
            <a:chExt cx="2388901" cy="1306612"/>
          </a:xfrm>
          <a:solidFill>
            <a:schemeClr val="bg2">
              <a:lumMod val="40000"/>
              <a:lumOff val="60000"/>
            </a:schemeClr>
          </a:solidFill>
        </p:grpSpPr>
        <p:sp>
          <p:nvSpPr>
            <p:cNvPr id="108" name="Rectangle: Rounded Corners 4">
              <a:extLst>
                <a:ext uri="{FF2B5EF4-FFF2-40B4-BE49-F238E27FC236}">
                  <a16:creationId xmlns:a16="http://schemas.microsoft.com/office/drawing/2014/main" id="{65CDB668-1D27-37E4-B8F1-EAB24792A847}"/>
                </a:ext>
              </a:extLst>
            </p:cNvPr>
            <p:cNvSpPr/>
            <p:nvPr/>
          </p:nvSpPr>
          <p:spPr>
            <a:xfrm>
              <a:off x="720648" y="1637080"/>
              <a:ext cx="2301758" cy="1306612"/>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9" name="TextBox 108">
              <a:extLst>
                <a:ext uri="{FF2B5EF4-FFF2-40B4-BE49-F238E27FC236}">
                  <a16:creationId xmlns:a16="http://schemas.microsoft.com/office/drawing/2014/main" id="{B4576B44-496B-BF89-310B-86D7A762CD7E}"/>
                </a:ext>
              </a:extLst>
            </p:cNvPr>
            <p:cNvSpPr txBox="1"/>
            <p:nvPr/>
          </p:nvSpPr>
          <p:spPr>
            <a:xfrm>
              <a:off x="1082222" y="2412473"/>
              <a:ext cx="1598455" cy="369332"/>
            </a:xfrm>
            <a:prstGeom prst="rect">
              <a:avLst/>
            </a:prstGeom>
            <a:grpFill/>
          </p:spPr>
          <p:txBody>
            <a:bodyPr wrap="square" rtlCol="0">
              <a:spAutoFit/>
            </a:bodyPr>
            <a:lstStyle/>
            <a:p>
              <a:pPr algn="ctr"/>
              <a:r>
                <a:rPr lang="en-US" dirty="0">
                  <a:solidFill>
                    <a:schemeClr val="bg1"/>
                  </a:solidFill>
                </a:rPr>
                <a:t>Pull Request</a:t>
              </a:r>
            </a:p>
          </p:txBody>
        </p:sp>
        <p:pic>
          <p:nvPicPr>
            <p:cNvPr id="110" name="Picture 2" descr="GitHub Logo">
              <a:extLst>
                <a:ext uri="{FF2B5EF4-FFF2-40B4-BE49-F238E27FC236}">
                  <a16:creationId xmlns:a16="http://schemas.microsoft.com/office/drawing/2014/main" id="{4E39324E-1F32-04C5-2258-A0E26D5E82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3505" y="1715900"/>
              <a:ext cx="1059486" cy="596339"/>
            </a:xfrm>
            <a:prstGeom prst="rect">
              <a:avLst/>
            </a:prstGeom>
            <a:noFill/>
          </p:spPr>
        </p:pic>
      </p:grpSp>
      <p:grpSp>
        <p:nvGrpSpPr>
          <p:cNvPr id="111" name="Group 110">
            <a:extLst>
              <a:ext uri="{FF2B5EF4-FFF2-40B4-BE49-F238E27FC236}">
                <a16:creationId xmlns:a16="http://schemas.microsoft.com/office/drawing/2014/main" id="{DE3F4343-FA96-8B95-F1C8-A9E014191283}"/>
              </a:ext>
            </a:extLst>
          </p:cNvPr>
          <p:cNvGrpSpPr/>
          <p:nvPr/>
        </p:nvGrpSpPr>
        <p:grpSpPr>
          <a:xfrm>
            <a:off x="3671696" y="2009182"/>
            <a:ext cx="2309139" cy="3183113"/>
            <a:chOff x="3671696" y="2009182"/>
            <a:chExt cx="2309139" cy="3183113"/>
          </a:xfrm>
          <a:solidFill>
            <a:schemeClr val="bg2">
              <a:lumMod val="40000"/>
              <a:lumOff val="60000"/>
            </a:schemeClr>
          </a:solidFill>
        </p:grpSpPr>
        <p:sp>
          <p:nvSpPr>
            <p:cNvPr id="112" name="Rectangle: Rounded Corners 9">
              <a:extLst>
                <a:ext uri="{FF2B5EF4-FFF2-40B4-BE49-F238E27FC236}">
                  <a16:creationId xmlns:a16="http://schemas.microsoft.com/office/drawing/2014/main" id="{E60CC8FE-68A8-FF50-3724-B35842609864}"/>
                </a:ext>
              </a:extLst>
            </p:cNvPr>
            <p:cNvSpPr/>
            <p:nvPr/>
          </p:nvSpPr>
          <p:spPr>
            <a:xfrm>
              <a:off x="3679077" y="2009182"/>
              <a:ext cx="2301758" cy="3183113"/>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3" name="TextBox 112">
              <a:extLst>
                <a:ext uri="{FF2B5EF4-FFF2-40B4-BE49-F238E27FC236}">
                  <a16:creationId xmlns:a16="http://schemas.microsoft.com/office/drawing/2014/main" id="{8D658735-5B0E-E871-EE58-ACDAB4416A79}"/>
                </a:ext>
              </a:extLst>
            </p:cNvPr>
            <p:cNvSpPr txBox="1"/>
            <p:nvPr/>
          </p:nvSpPr>
          <p:spPr>
            <a:xfrm>
              <a:off x="4523418" y="2406571"/>
              <a:ext cx="1425902" cy="830997"/>
            </a:xfrm>
            <a:prstGeom prst="rect">
              <a:avLst/>
            </a:prstGeom>
            <a:grpFill/>
          </p:spPr>
          <p:txBody>
            <a:bodyPr wrap="square" rtlCol="0">
              <a:spAutoFit/>
            </a:bodyPr>
            <a:lstStyle/>
            <a:p>
              <a:pPr algn="r"/>
              <a:r>
                <a:rPr lang="en-US" sz="1200" dirty="0" err="1">
                  <a:solidFill>
                    <a:schemeClr val="bg1"/>
                  </a:solidFill>
                </a:rPr>
                <a:t>all_gitlab_checks</a:t>
              </a:r>
              <a:endParaRPr lang="en-US" sz="1200" dirty="0">
                <a:solidFill>
                  <a:schemeClr val="bg1"/>
                </a:solidFill>
              </a:endParaRPr>
            </a:p>
            <a:p>
              <a:pPr algn="r"/>
              <a:r>
                <a:rPr lang="en-US" sz="1200" dirty="0">
                  <a:solidFill>
                    <a:schemeClr val="bg1"/>
                  </a:solidFill>
                </a:rPr>
                <a:t>framework-tests</a:t>
              </a:r>
            </a:p>
            <a:p>
              <a:pPr algn="r"/>
              <a:r>
                <a:rPr lang="en-US" sz="1200" dirty="0">
                  <a:solidFill>
                    <a:schemeClr val="bg1"/>
                  </a:solidFill>
                </a:rPr>
                <a:t>gcc10-openmpi4</a:t>
              </a:r>
            </a:p>
            <a:p>
              <a:pPr algn="r"/>
              <a:r>
                <a:rPr lang="en-US" sz="1200" dirty="0">
                  <a:solidFill>
                    <a:schemeClr val="bg1"/>
                  </a:solidFill>
                </a:rPr>
                <a:t>…</a:t>
              </a:r>
            </a:p>
          </p:txBody>
        </p:sp>
        <p:sp>
          <p:nvSpPr>
            <p:cNvPr id="114" name="TextBox 113">
              <a:extLst>
                <a:ext uri="{FF2B5EF4-FFF2-40B4-BE49-F238E27FC236}">
                  <a16:creationId xmlns:a16="http://schemas.microsoft.com/office/drawing/2014/main" id="{9C26BBBE-D208-18FC-03F3-013C0BCCA0CA}"/>
                </a:ext>
              </a:extLst>
            </p:cNvPr>
            <p:cNvSpPr txBox="1"/>
            <p:nvPr/>
          </p:nvSpPr>
          <p:spPr>
            <a:xfrm>
              <a:off x="3671696" y="2831823"/>
              <a:ext cx="1024980" cy="938719"/>
            </a:xfrm>
            <a:prstGeom prst="rect">
              <a:avLst/>
            </a:prstGeom>
            <a:noFill/>
          </p:spPr>
          <p:txBody>
            <a:bodyPr wrap="square" rtlCol="0">
              <a:spAutoFit/>
            </a:bodyPr>
            <a:lstStyle/>
            <a:p>
              <a:r>
                <a:rPr lang="en-US" sz="1100" dirty="0">
                  <a:solidFill>
                    <a:schemeClr val="bg1"/>
                  </a:solidFill>
                </a:rPr>
                <a:t>Post comment with filtered </a:t>
              </a:r>
              <a:r>
                <a:rPr lang="en-US" sz="1100" dirty="0" err="1">
                  <a:solidFill>
                    <a:schemeClr val="bg1"/>
                  </a:solidFill>
                </a:rPr>
                <a:t>CDash</a:t>
              </a:r>
              <a:r>
                <a:rPr lang="en-US" sz="1100" dirty="0">
                  <a:solidFill>
                    <a:schemeClr val="bg1"/>
                  </a:solidFill>
                </a:rPr>
                <a:t> result URLs</a:t>
              </a:r>
            </a:p>
          </p:txBody>
        </p:sp>
        <p:pic>
          <p:nvPicPr>
            <p:cNvPr id="115" name="Picture 114">
              <a:extLst>
                <a:ext uri="{FF2B5EF4-FFF2-40B4-BE49-F238E27FC236}">
                  <a16:creationId xmlns:a16="http://schemas.microsoft.com/office/drawing/2014/main" id="{27B78341-D88F-F46B-0E37-AE6B7C425D7C}"/>
                </a:ext>
              </a:extLst>
            </p:cNvPr>
            <p:cNvPicPr>
              <a:picLocks noChangeAspect="1"/>
            </p:cNvPicPr>
            <p:nvPr/>
          </p:nvPicPr>
          <p:blipFill>
            <a:blip r:embed="rId7"/>
            <a:stretch>
              <a:fillRect/>
            </a:stretch>
          </p:blipFill>
          <p:spPr>
            <a:xfrm>
              <a:off x="3889489" y="2109011"/>
              <a:ext cx="519620" cy="519620"/>
            </a:xfrm>
            <a:prstGeom prst="rect">
              <a:avLst/>
            </a:prstGeom>
            <a:grpFill/>
          </p:spPr>
        </p:pic>
        <p:sp>
          <p:nvSpPr>
            <p:cNvPr id="116" name="TextBox 115">
              <a:extLst>
                <a:ext uri="{FF2B5EF4-FFF2-40B4-BE49-F238E27FC236}">
                  <a16:creationId xmlns:a16="http://schemas.microsoft.com/office/drawing/2014/main" id="{864F3F3A-C85A-2047-5868-EFC1F9B92FA2}"/>
                </a:ext>
              </a:extLst>
            </p:cNvPr>
            <p:cNvSpPr txBox="1"/>
            <p:nvPr/>
          </p:nvSpPr>
          <p:spPr>
            <a:xfrm>
              <a:off x="3697068" y="3858618"/>
              <a:ext cx="2283767" cy="1123384"/>
            </a:xfrm>
            <a:prstGeom prst="rect">
              <a:avLst/>
            </a:prstGeom>
            <a:noFill/>
          </p:spPr>
          <p:txBody>
            <a:bodyPr wrap="none" rtlCol="0">
              <a:spAutoFit/>
            </a:bodyPr>
            <a:lstStyle/>
            <a:p>
              <a:pPr algn="l">
                <a:spcBef>
                  <a:spcPts val="1000"/>
                </a:spcBef>
                <a:spcAft>
                  <a:spcPts val="600"/>
                </a:spcAft>
              </a:pPr>
              <a:r>
                <a:rPr lang="en-US" sz="1400" dirty="0">
                  <a:solidFill>
                    <a:schemeClr val="bg1"/>
                  </a:solidFill>
                </a:rPr>
                <a:t>Non-build checks</a:t>
              </a:r>
            </a:p>
            <a:p>
              <a:pPr marL="137160" indent="-137160" algn="l">
                <a:buFont typeface="Arial" panose="020B0604020202020204" pitchFamily="34" charset="0"/>
                <a:buChar char="•"/>
              </a:pPr>
              <a:r>
                <a:rPr lang="en-US" sz="1200" dirty="0">
                  <a:solidFill>
                    <a:schemeClr val="bg1"/>
                  </a:solidFill>
                </a:rPr>
                <a:t>DCO signoff</a:t>
              </a:r>
            </a:p>
            <a:p>
              <a:pPr marL="137160" indent="-137160" algn="l">
                <a:buFont typeface="Arial" panose="020B0604020202020204" pitchFamily="34" charset="0"/>
                <a:buChar char="•"/>
              </a:pPr>
              <a:r>
                <a:rPr lang="en-US" sz="1200" dirty="0">
                  <a:solidFill>
                    <a:schemeClr val="bg1"/>
                  </a:solidFill>
                </a:rPr>
                <a:t>No git LFS objects added</a:t>
              </a:r>
            </a:p>
            <a:p>
              <a:pPr marL="137160" indent="-137160" algn="l">
                <a:buFont typeface="Arial" panose="020B0604020202020204" pitchFamily="34" charset="0"/>
                <a:buChar char="•"/>
              </a:pPr>
              <a:r>
                <a:rPr lang="en-US" sz="1200" dirty="0">
                  <a:solidFill>
                    <a:schemeClr val="bg1"/>
                  </a:solidFill>
                </a:rPr>
                <a:t>No PRs to `master` branch</a:t>
              </a:r>
            </a:p>
            <a:p>
              <a:pPr marL="137160" indent="-137160" algn="l">
                <a:buFont typeface="Arial" panose="020B0604020202020204" pitchFamily="34" charset="0"/>
                <a:buChar char="•"/>
              </a:pPr>
              <a:r>
                <a:rPr lang="en-US" sz="1200" dirty="0">
                  <a:solidFill>
                    <a:schemeClr val="bg1"/>
                  </a:solidFill>
                </a:rPr>
                <a:t>…</a:t>
              </a:r>
            </a:p>
          </p:txBody>
        </p:sp>
      </p:grpSp>
      <p:sp>
        <p:nvSpPr>
          <p:cNvPr id="3" name="Title 2">
            <a:extLst>
              <a:ext uri="{FF2B5EF4-FFF2-40B4-BE49-F238E27FC236}">
                <a16:creationId xmlns:a16="http://schemas.microsoft.com/office/drawing/2014/main" id="{5FC3199D-6DA9-F7FF-CF4F-059B030D66F3}"/>
              </a:ext>
            </a:extLst>
          </p:cNvPr>
          <p:cNvSpPr>
            <a:spLocks noGrp="1"/>
          </p:cNvSpPr>
          <p:nvPr>
            <p:ph type="title"/>
          </p:nvPr>
        </p:nvSpPr>
        <p:spPr/>
        <p:txBody>
          <a:bodyPr/>
          <a:lstStyle/>
          <a:p>
            <a:r>
              <a:rPr lang="en-US" dirty="0">
                <a:ea typeface="Open Sans SemiBold"/>
                <a:cs typeface="Open Sans SemiBold"/>
              </a:rPr>
              <a:t>How COULD Trilinos CI V2 work WITH UO/CASS Resources?</a:t>
            </a:r>
            <a:endParaRPr lang="en-US" dirty="0"/>
          </a:p>
        </p:txBody>
      </p:sp>
      <p:cxnSp>
        <p:nvCxnSpPr>
          <p:cNvPr id="14" name="Straight Arrow Connector 13">
            <a:extLst>
              <a:ext uri="{FF2B5EF4-FFF2-40B4-BE49-F238E27FC236}">
                <a16:creationId xmlns:a16="http://schemas.microsoft.com/office/drawing/2014/main" id="{55152775-3665-DC0A-DD16-54FCB14F6C60}"/>
              </a:ext>
            </a:extLst>
          </p:cNvPr>
          <p:cNvCxnSpPr>
            <a:cxnSpLocks/>
          </p:cNvCxnSpPr>
          <p:nvPr/>
        </p:nvCxnSpPr>
        <p:spPr>
          <a:xfrm>
            <a:off x="3022406" y="2585387"/>
            <a:ext cx="64929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E2290269-A68C-349D-28EE-F99F431AA560}"/>
              </a:ext>
            </a:extLst>
          </p:cNvPr>
          <p:cNvSpPr txBox="1"/>
          <p:nvPr/>
        </p:nvSpPr>
        <p:spPr>
          <a:xfrm>
            <a:off x="6710168" y="2685472"/>
            <a:ext cx="2536406" cy="369332"/>
          </a:xfrm>
          <a:prstGeom prst="rect">
            <a:avLst/>
          </a:prstGeom>
          <a:noFill/>
        </p:spPr>
        <p:txBody>
          <a:bodyPr wrap="square" rtlCol="0">
            <a:spAutoFit/>
          </a:bodyPr>
          <a:lstStyle/>
          <a:p>
            <a:pPr algn="ctr"/>
            <a:r>
              <a:rPr lang="en-US" dirty="0">
                <a:solidFill>
                  <a:schemeClr val="bg1"/>
                </a:solidFill>
              </a:rPr>
              <a:t>Runner</a:t>
            </a:r>
          </a:p>
        </p:txBody>
      </p:sp>
      <p:sp>
        <p:nvSpPr>
          <p:cNvPr id="38" name="TextBox 37">
            <a:extLst>
              <a:ext uri="{FF2B5EF4-FFF2-40B4-BE49-F238E27FC236}">
                <a16:creationId xmlns:a16="http://schemas.microsoft.com/office/drawing/2014/main" id="{AACB4AAC-85BF-6C5F-9B6E-97CBF1EF8D78}"/>
              </a:ext>
            </a:extLst>
          </p:cNvPr>
          <p:cNvSpPr txBox="1"/>
          <p:nvPr/>
        </p:nvSpPr>
        <p:spPr>
          <a:xfrm>
            <a:off x="6794398" y="3143298"/>
            <a:ext cx="2688020" cy="461665"/>
          </a:xfrm>
          <a:prstGeom prst="rect">
            <a:avLst/>
          </a:prstGeom>
          <a:noFill/>
        </p:spPr>
        <p:txBody>
          <a:bodyPr wrap="square" rtlCol="0">
            <a:spAutoFit/>
          </a:bodyPr>
          <a:lstStyle/>
          <a:p>
            <a:r>
              <a:rPr lang="en-US" sz="1200" dirty="0">
                <a:solidFill>
                  <a:schemeClr val="bg1"/>
                </a:solidFill>
              </a:rPr>
              <a:t>Check out merged state</a:t>
            </a:r>
          </a:p>
          <a:p>
            <a:r>
              <a:rPr lang="en-US" sz="1200" dirty="0">
                <a:solidFill>
                  <a:schemeClr val="bg1"/>
                </a:solidFill>
              </a:rPr>
              <a:t>Execute build-and-test script(s)</a:t>
            </a:r>
          </a:p>
        </p:txBody>
      </p:sp>
      <p:sp>
        <p:nvSpPr>
          <p:cNvPr id="74" name="Rectangle: Rounded Corners 73">
            <a:extLst>
              <a:ext uri="{FF2B5EF4-FFF2-40B4-BE49-F238E27FC236}">
                <a16:creationId xmlns:a16="http://schemas.microsoft.com/office/drawing/2014/main" id="{2941FC9A-2AF6-7D48-7DB1-7E3F65C33748}"/>
              </a:ext>
            </a:extLst>
          </p:cNvPr>
          <p:cNvSpPr/>
          <p:nvPr/>
        </p:nvSpPr>
        <p:spPr>
          <a:xfrm>
            <a:off x="720648" y="4054323"/>
            <a:ext cx="740750" cy="103773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45" name="Straight Arrow Connector 44">
            <a:extLst>
              <a:ext uri="{FF2B5EF4-FFF2-40B4-BE49-F238E27FC236}">
                <a16:creationId xmlns:a16="http://schemas.microsoft.com/office/drawing/2014/main" id="{799894EC-FEE3-7BA7-A832-0B182E51541C}"/>
              </a:ext>
            </a:extLst>
          </p:cNvPr>
          <p:cNvCxnSpPr>
            <a:cxnSpLocks/>
          </p:cNvCxnSpPr>
          <p:nvPr/>
        </p:nvCxnSpPr>
        <p:spPr>
          <a:xfrm>
            <a:off x="7767786" y="3725682"/>
            <a:ext cx="0" cy="6165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CCE16434-1B69-0E94-A28E-72A820810A22}"/>
              </a:ext>
            </a:extLst>
          </p:cNvPr>
          <p:cNvCxnSpPr>
            <a:cxnSpLocks/>
          </p:cNvCxnSpPr>
          <p:nvPr/>
        </p:nvCxnSpPr>
        <p:spPr>
          <a:xfrm flipV="1">
            <a:off x="7882710" y="3717019"/>
            <a:ext cx="0" cy="6251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Elbow Connector 52">
            <a:extLst>
              <a:ext uri="{FF2B5EF4-FFF2-40B4-BE49-F238E27FC236}">
                <a16:creationId xmlns:a16="http://schemas.microsoft.com/office/drawing/2014/main" id="{97E5245F-0FE5-E3E4-055B-157964B521A8}"/>
              </a:ext>
            </a:extLst>
          </p:cNvPr>
          <p:cNvCxnSpPr>
            <a:cxnSpLocks/>
            <a:endCxn id="74" idx="2"/>
          </p:cNvCxnSpPr>
          <p:nvPr/>
        </p:nvCxnSpPr>
        <p:spPr>
          <a:xfrm rot="10800000" flipV="1">
            <a:off x="1091023" y="3475479"/>
            <a:ext cx="8028914" cy="1616582"/>
          </a:xfrm>
          <a:prstGeom prst="bentConnector4">
            <a:avLst>
              <a:gd name="adj1" fmla="val -6629"/>
              <a:gd name="adj2" fmla="val 127166"/>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EAFB1C63-9160-6AD7-56D8-56CFBFE3F9F7}"/>
              </a:ext>
            </a:extLst>
          </p:cNvPr>
          <p:cNvCxnSpPr>
            <a:cxnSpLocks/>
          </p:cNvCxnSpPr>
          <p:nvPr/>
        </p:nvCxnSpPr>
        <p:spPr>
          <a:xfrm>
            <a:off x="9931845" y="808886"/>
            <a:ext cx="0" cy="5769142"/>
          </a:xfrm>
          <a:prstGeom prst="line">
            <a:avLst/>
          </a:prstGeom>
          <a:ln w="38100">
            <a:solidFill>
              <a:schemeClr val="bg1"/>
            </a:solidFill>
            <a:prstDash val="sysDash"/>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D727086B-F18A-3337-2EA4-3E791214264D}"/>
              </a:ext>
            </a:extLst>
          </p:cNvPr>
          <p:cNvSpPr txBox="1"/>
          <p:nvPr/>
        </p:nvSpPr>
        <p:spPr>
          <a:xfrm>
            <a:off x="8355708" y="5868165"/>
            <a:ext cx="1404552" cy="369332"/>
          </a:xfrm>
          <a:prstGeom prst="rect">
            <a:avLst/>
          </a:prstGeom>
          <a:noFill/>
        </p:spPr>
        <p:txBody>
          <a:bodyPr wrap="none" rtlCol="0">
            <a:spAutoFit/>
          </a:bodyPr>
          <a:lstStyle/>
          <a:p>
            <a:pPr algn="l">
              <a:spcBef>
                <a:spcPts val="1000"/>
              </a:spcBef>
              <a:spcAft>
                <a:spcPts val="600"/>
              </a:spcAft>
            </a:pPr>
            <a:r>
              <a:rPr lang="en-US" dirty="0">
                <a:solidFill>
                  <a:schemeClr val="bg1"/>
                </a:solidFill>
              </a:rPr>
              <a:t>User-facing</a:t>
            </a:r>
          </a:p>
        </p:txBody>
      </p:sp>
      <p:sp>
        <p:nvSpPr>
          <p:cNvPr id="16" name="TextBox 15">
            <a:extLst>
              <a:ext uri="{FF2B5EF4-FFF2-40B4-BE49-F238E27FC236}">
                <a16:creationId xmlns:a16="http://schemas.microsoft.com/office/drawing/2014/main" id="{70F725F6-90C2-90FB-FFA2-C911F647686F}"/>
              </a:ext>
            </a:extLst>
          </p:cNvPr>
          <p:cNvSpPr txBox="1"/>
          <p:nvPr/>
        </p:nvSpPr>
        <p:spPr>
          <a:xfrm>
            <a:off x="10071447" y="5868165"/>
            <a:ext cx="2040943" cy="369332"/>
          </a:xfrm>
          <a:prstGeom prst="rect">
            <a:avLst/>
          </a:prstGeom>
          <a:noFill/>
        </p:spPr>
        <p:txBody>
          <a:bodyPr wrap="none" rtlCol="0">
            <a:spAutoFit/>
          </a:bodyPr>
          <a:lstStyle/>
          <a:p>
            <a:pPr algn="l">
              <a:spcBef>
                <a:spcPts val="1000"/>
              </a:spcBef>
              <a:spcAft>
                <a:spcPts val="600"/>
              </a:spcAft>
            </a:pPr>
            <a:r>
              <a:rPr lang="en-US" dirty="0">
                <a:solidFill>
                  <a:schemeClr val="bg1"/>
                </a:solidFill>
              </a:rPr>
              <a:t>Internal (opaque)</a:t>
            </a:r>
          </a:p>
        </p:txBody>
      </p:sp>
      <p:cxnSp>
        <p:nvCxnSpPr>
          <p:cNvPr id="32" name="Elbow Connector 31">
            <a:extLst>
              <a:ext uri="{FF2B5EF4-FFF2-40B4-BE49-F238E27FC236}">
                <a16:creationId xmlns:a16="http://schemas.microsoft.com/office/drawing/2014/main" id="{7B12DF5A-F19F-9AAB-EA01-9AF8BE25FB2A}"/>
              </a:ext>
            </a:extLst>
          </p:cNvPr>
          <p:cNvCxnSpPr>
            <a:cxnSpLocks/>
            <a:endCxn id="28" idx="3"/>
          </p:cNvCxnSpPr>
          <p:nvPr/>
        </p:nvCxnSpPr>
        <p:spPr>
          <a:xfrm rot="16200000" flipH="1">
            <a:off x="8660621" y="2416988"/>
            <a:ext cx="1359213" cy="131507"/>
          </a:xfrm>
          <a:prstGeom prst="bentConnector4">
            <a:avLst>
              <a:gd name="adj1" fmla="val -58"/>
              <a:gd name="adj2" fmla="val 273831"/>
            </a:avLst>
          </a:prstGeom>
          <a:ln>
            <a:tailEnd type="triangle"/>
          </a:ln>
        </p:spPr>
        <p:style>
          <a:lnRef idx="1">
            <a:schemeClr val="dk1"/>
          </a:lnRef>
          <a:fillRef idx="0">
            <a:schemeClr val="dk1"/>
          </a:fillRef>
          <a:effectRef idx="0">
            <a:schemeClr val="dk1"/>
          </a:effectRef>
          <a:fontRef idx="minor">
            <a:schemeClr val="tx1"/>
          </a:fontRef>
        </p:style>
      </p:cxnSp>
      <p:cxnSp>
        <p:nvCxnSpPr>
          <p:cNvPr id="46" name="Elbow Connector 45">
            <a:extLst>
              <a:ext uri="{FF2B5EF4-FFF2-40B4-BE49-F238E27FC236}">
                <a16:creationId xmlns:a16="http://schemas.microsoft.com/office/drawing/2014/main" id="{26D98EE5-6890-46CB-7115-4758FFC5FDE7}"/>
              </a:ext>
            </a:extLst>
          </p:cNvPr>
          <p:cNvCxnSpPr>
            <a:cxnSpLocks/>
            <a:endCxn id="47" idx="3"/>
          </p:cNvCxnSpPr>
          <p:nvPr/>
        </p:nvCxnSpPr>
        <p:spPr>
          <a:xfrm rot="16200000" flipH="1">
            <a:off x="8338380" y="2803298"/>
            <a:ext cx="1979775" cy="331375"/>
          </a:xfrm>
          <a:prstGeom prst="bentConnector4">
            <a:avLst>
              <a:gd name="adj1" fmla="val 11"/>
              <a:gd name="adj2" fmla="val 168985"/>
            </a:avLst>
          </a:prstGeom>
          <a:ln>
            <a:tailEnd type="triangle"/>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653A6BF0-DC68-D846-DBB1-2587672752E4}"/>
              </a:ext>
            </a:extLst>
          </p:cNvPr>
          <p:cNvSpPr txBox="1"/>
          <p:nvPr/>
        </p:nvSpPr>
        <p:spPr>
          <a:xfrm>
            <a:off x="8781901" y="3820374"/>
            <a:ext cx="712054" cy="276999"/>
          </a:xfrm>
          <a:prstGeom prst="rect">
            <a:avLst/>
          </a:prstGeom>
          <a:noFill/>
        </p:spPr>
        <p:txBody>
          <a:bodyPr wrap="none" rtlCol="0">
            <a:spAutoFit/>
          </a:bodyPr>
          <a:lstStyle/>
          <a:p>
            <a:pPr algn="l">
              <a:spcBef>
                <a:spcPts val="1000"/>
              </a:spcBef>
              <a:spcAft>
                <a:spcPts val="600"/>
              </a:spcAft>
            </a:pPr>
            <a:r>
              <a:rPr lang="en-US" sz="1200" dirty="0">
                <a:solidFill>
                  <a:schemeClr val="bg1"/>
                </a:solidFill>
              </a:rPr>
              <a:t>Runner</a:t>
            </a:r>
          </a:p>
        </p:txBody>
      </p:sp>
      <p:cxnSp>
        <p:nvCxnSpPr>
          <p:cNvPr id="90" name="Elbow Connector 89">
            <a:extLst>
              <a:ext uri="{FF2B5EF4-FFF2-40B4-BE49-F238E27FC236}">
                <a16:creationId xmlns:a16="http://schemas.microsoft.com/office/drawing/2014/main" id="{E2E9D0AB-CD53-F4B8-5095-34FA6723AEF8}"/>
              </a:ext>
            </a:extLst>
          </p:cNvPr>
          <p:cNvCxnSpPr>
            <a:cxnSpLocks/>
            <a:endCxn id="21" idx="0"/>
          </p:cNvCxnSpPr>
          <p:nvPr/>
        </p:nvCxnSpPr>
        <p:spPr>
          <a:xfrm flipV="1">
            <a:off x="5877426" y="1338664"/>
            <a:ext cx="4996096" cy="1206825"/>
          </a:xfrm>
          <a:prstGeom prst="bentConnector4">
            <a:avLst>
              <a:gd name="adj1" fmla="val 7921"/>
              <a:gd name="adj2" fmla="val 118942"/>
            </a:avLst>
          </a:prstGeom>
          <a:ln>
            <a:tailEnd type="triangle"/>
          </a:ln>
        </p:spPr>
        <p:style>
          <a:lnRef idx="1">
            <a:schemeClr val="dk1"/>
          </a:lnRef>
          <a:fillRef idx="0">
            <a:schemeClr val="dk1"/>
          </a:fillRef>
          <a:effectRef idx="0">
            <a:schemeClr val="dk1"/>
          </a:effectRef>
          <a:fontRef idx="minor">
            <a:schemeClr val="tx1"/>
          </a:fontRef>
        </p:style>
      </p:cxnSp>
      <p:cxnSp>
        <p:nvCxnSpPr>
          <p:cNvPr id="95" name="Elbow Connector 94">
            <a:extLst>
              <a:ext uri="{FF2B5EF4-FFF2-40B4-BE49-F238E27FC236}">
                <a16:creationId xmlns:a16="http://schemas.microsoft.com/office/drawing/2014/main" id="{27C4A81D-2197-D675-FCA5-19814BA2BD08}"/>
              </a:ext>
            </a:extLst>
          </p:cNvPr>
          <p:cNvCxnSpPr>
            <a:stCxn id="21" idx="1"/>
            <a:endCxn id="26" idx="0"/>
          </p:cNvCxnSpPr>
          <p:nvPr/>
        </p:nvCxnSpPr>
        <p:spPr>
          <a:xfrm rot="10800000">
            <a:off x="8073747" y="1355768"/>
            <a:ext cx="1988145" cy="623330"/>
          </a:xfrm>
          <a:prstGeom prst="bentConnector4">
            <a:avLst>
              <a:gd name="adj1" fmla="val 12827"/>
              <a:gd name="adj2" fmla="val 120267"/>
            </a:avLst>
          </a:prstGeom>
          <a:ln>
            <a:tailEnd type="triangle"/>
          </a:ln>
        </p:spPr>
        <p:style>
          <a:lnRef idx="1">
            <a:schemeClr val="dk1"/>
          </a:lnRef>
          <a:fillRef idx="0">
            <a:schemeClr val="dk1"/>
          </a:fillRef>
          <a:effectRef idx="0">
            <a:schemeClr val="dk1"/>
          </a:effectRef>
          <a:fontRef idx="minor">
            <a:schemeClr val="tx1"/>
          </a:fontRef>
        </p:style>
      </p:cxnSp>
      <p:cxnSp>
        <p:nvCxnSpPr>
          <p:cNvPr id="102" name="Straight Arrow Connector 101">
            <a:extLst>
              <a:ext uri="{FF2B5EF4-FFF2-40B4-BE49-F238E27FC236}">
                <a16:creationId xmlns:a16="http://schemas.microsoft.com/office/drawing/2014/main" id="{E3BDF4AA-0732-6E72-59C0-100B3BAE50A0}"/>
              </a:ext>
            </a:extLst>
          </p:cNvPr>
          <p:cNvCxnSpPr>
            <a:cxnSpLocks/>
          </p:cNvCxnSpPr>
          <p:nvPr/>
        </p:nvCxnSpPr>
        <p:spPr>
          <a:xfrm>
            <a:off x="3022406" y="2585387"/>
            <a:ext cx="64929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7" name="Elbow Connector 116">
            <a:extLst>
              <a:ext uri="{FF2B5EF4-FFF2-40B4-BE49-F238E27FC236}">
                <a16:creationId xmlns:a16="http://schemas.microsoft.com/office/drawing/2014/main" id="{9369A83E-2FF9-ECAC-2B90-1F2931B628E1}"/>
              </a:ext>
            </a:extLst>
          </p:cNvPr>
          <p:cNvCxnSpPr>
            <a:cxnSpLocks/>
          </p:cNvCxnSpPr>
          <p:nvPr/>
        </p:nvCxnSpPr>
        <p:spPr>
          <a:xfrm rot="10800000">
            <a:off x="3022408" y="2684469"/>
            <a:ext cx="717352" cy="275907"/>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118" name="Group 117">
            <a:extLst>
              <a:ext uri="{FF2B5EF4-FFF2-40B4-BE49-F238E27FC236}">
                <a16:creationId xmlns:a16="http://schemas.microsoft.com/office/drawing/2014/main" id="{35695C3B-63D6-2E2D-CAF0-210607CE65DE}"/>
              </a:ext>
            </a:extLst>
          </p:cNvPr>
          <p:cNvGrpSpPr/>
          <p:nvPr/>
        </p:nvGrpSpPr>
        <p:grpSpPr>
          <a:xfrm>
            <a:off x="720648" y="4054323"/>
            <a:ext cx="748131" cy="1037738"/>
            <a:chOff x="720648" y="4054323"/>
            <a:chExt cx="748131" cy="1037738"/>
          </a:xfrm>
        </p:grpSpPr>
        <p:grpSp>
          <p:nvGrpSpPr>
            <p:cNvPr id="103" name="Group 102">
              <a:extLst>
                <a:ext uri="{FF2B5EF4-FFF2-40B4-BE49-F238E27FC236}">
                  <a16:creationId xmlns:a16="http://schemas.microsoft.com/office/drawing/2014/main" id="{9D587C21-2EE7-0737-238B-F6CEFD24AB0F}"/>
                </a:ext>
              </a:extLst>
            </p:cNvPr>
            <p:cNvGrpSpPr/>
            <p:nvPr/>
          </p:nvGrpSpPr>
          <p:grpSpPr>
            <a:xfrm>
              <a:off x="720648" y="4054323"/>
              <a:ext cx="740750" cy="1037738"/>
              <a:chOff x="724405" y="4045532"/>
              <a:chExt cx="740750" cy="1037738"/>
            </a:xfrm>
            <a:solidFill>
              <a:schemeClr val="bg2">
                <a:lumMod val="40000"/>
                <a:lumOff val="60000"/>
              </a:schemeClr>
            </a:solidFill>
          </p:grpSpPr>
          <p:sp>
            <p:nvSpPr>
              <p:cNvPr id="105" name="Rectangle: Rounded Corners 73">
                <a:extLst>
                  <a:ext uri="{FF2B5EF4-FFF2-40B4-BE49-F238E27FC236}">
                    <a16:creationId xmlns:a16="http://schemas.microsoft.com/office/drawing/2014/main" id="{168B4978-F9BF-263F-48BF-5D68B8B60256}"/>
                  </a:ext>
                </a:extLst>
              </p:cNvPr>
              <p:cNvSpPr/>
              <p:nvPr/>
            </p:nvSpPr>
            <p:spPr>
              <a:xfrm>
                <a:off x="724405" y="4045532"/>
                <a:ext cx="740750" cy="1037738"/>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106" name="Picture 105">
                <a:extLst>
                  <a:ext uri="{FF2B5EF4-FFF2-40B4-BE49-F238E27FC236}">
                    <a16:creationId xmlns:a16="http://schemas.microsoft.com/office/drawing/2014/main" id="{DE723959-2108-91A8-C694-D9084C629299}"/>
                  </a:ext>
                </a:extLst>
              </p:cNvPr>
              <p:cNvPicPr>
                <a:picLocks noChangeAspect="1"/>
              </p:cNvPicPr>
              <p:nvPr/>
            </p:nvPicPr>
            <p:blipFill>
              <a:blip r:embed="rId8"/>
              <a:stretch>
                <a:fillRect/>
              </a:stretch>
            </p:blipFill>
            <p:spPr>
              <a:xfrm>
                <a:off x="827300" y="4204331"/>
                <a:ext cx="534960" cy="491917"/>
              </a:xfrm>
              <a:prstGeom prst="rect">
                <a:avLst/>
              </a:prstGeom>
              <a:grpFill/>
            </p:spPr>
          </p:pic>
        </p:grpSp>
        <p:pic>
          <p:nvPicPr>
            <p:cNvPr id="25" name="Picture 24">
              <a:extLst>
                <a:ext uri="{FF2B5EF4-FFF2-40B4-BE49-F238E27FC236}">
                  <a16:creationId xmlns:a16="http://schemas.microsoft.com/office/drawing/2014/main" id="{53A3D9C6-39E7-5866-CE1E-AA71DE238786}"/>
                </a:ext>
              </a:extLst>
            </p:cNvPr>
            <p:cNvPicPr>
              <a:picLocks noChangeAspect="1"/>
            </p:cNvPicPr>
            <p:nvPr/>
          </p:nvPicPr>
          <p:blipFill>
            <a:blip r:embed="rId8"/>
            <a:stretch>
              <a:fillRect/>
            </a:stretch>
          </p:blipFill>
          <p:spPr>
            <a:xfrm>
              <a:off x="823543" y="4213122"/>
              <a:ext cx="534960" cy="491917"/>
            </a:xfrm>
            <a:prstGeom prst="rect">
              <a:avLst/>
            </a:prstGeom>
          </p:spPr>
        </p:pic>
        <p:sp>
          <p:nvSpPr>
            <p:cNvPr id="73" name="TextBox 72">
              <a:extLst>
                <a:ext uri="{FF2B5EF4-FFF2-40B4-BE49-F238E27FC236}">
                  <a16:creationId xmlns:a16="http://schemas.microsoft.com/office/drawing/2014/main" id="{A775DBA6-EA29-31B3-C908-C8F22F9977EE}"/>
                </a:ext>
              </a:extLst>
            </p:cNvPr>
            <p:cNvSpPr txBox="1"/>
            <p:nvPr/>
          </p:nvSpPr>
          <p:spPr>
            <a:xfrm>
              <a:off x="748480" y="4727536"/>
              <a:ext cx="720299" cy="307777"/>
            </a:xfrm>
            <a:prstGeom prst="rect">
              <a:avLst/>
            </a:prstGeom>
            <a:noFill/>
          </p:spPr>
          <p:txBody>
            <a:bodyPr wrap="square" rtlCol="0">
              <a:spAutoFit/>
            </a:bodyPr>
            <a:lstStyle/>
            <a:p>
              <a:r>
                <a:rPr lang="en-US" sz="1400" dirty="0" err="1">
                  <a:solidFill>
                    <a:schemeClr val="bg1"/>
                  </a:solidFill>
                </a:rPr>
                <a:t>CDash</a:t>
              </a:r>
              <a:endParaRPr lang="en-US" sz="1400" dirty="0">
                <a:solidFill>
                  <a:schemeClr val="bg1"/>
                </a:solidFill>
              </a:endParaRPr>
            </a:p>
          </p:txBody>
        </p:sp>
      </p:grpSp>
    </p:spTree>
    <p:extLst>
      <p:ext uri="{BB962C8B-B14F-4D97-AF65-F5344CB8AC3E}">
        <p14:creationId xmlns:p14="http://schemas.microsoft.com/office/powerpoint/2010/main" val="3569343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6A2C0-1394-2205-D047-C370DF7D8958}"/>
              </a:ext>
            </a:extLst>
          </p:cNvPr>
          <p:cNvSpPr>
            <a:spLocks noGrp="1"/>
          </p:cNvSpPr>
          <p:nvPr>
            <p:ph type="title"/>
          </p:nvPr>
        </p:nvSpPr>
        <p:spPr/>
        <p:txBody>
          <a:bodyPr/>
          <a:lstStyle/>
          <a:p>
            <a:r>
              <a:rPr lang="en-US" dirty="0"/>
              <a:t>The Future of Trilinos CI</a:t>
            </a:r>
          </a:p>
        </p:txBody>
      </p:sp>
      <p:sp>
        <p:nvSpPr>
          <p:cNvPr id="3" name="Content Placeholder 2">
            <a:extLst>
              <a:ext uri="{FF2B5EF4-FFF2-40B4-BE49-F238E27FC236}">
                <a16:creationId xmlns:a16="http://schemas.microsoft.com/office/drawing/2014/main" id="{19DDCA1B-7CF2-5E30-967F-D56F3685731A}"/>
              </a:ext>
            </a:extLst>
          </p:cNvPr>
          <p:cNvSpPr>
            <a:spLocks noGrp="1"/>
          </p:cNvSpPr>
          <p:nvPr>
            <p:ph idx="1"/>
          </p:nvPr>
        </p:nvSpPr>
        <p:spPr>
          <a:xfrm>
            <a:off x="352326" y="1225691"/>
            <a:ext cx="11239500" cy="5259330"/>
          </a:xfrm>
        </p:spPr>
        <p:txBody>
          <a:bodyPr>
            <a:normAutofit/>
          </a:bodyPr>
          <a:lstStyle/>
          <a:p>
            <a:r>
              <a:rPr lang="en-US" dirty="0"/>
              <a:t>Encapsulating build/run environments as containers is incredible beneficial as compared to large toolchain and TPL stack deployments on internal machines</a:t>
            </a:r>
          </a:p>
          <a:p>
            <a:pPr lvl="1"/>
            <a:r>
              <a:rPr lang="en-US" dirty="0"/>
              <a:t>Allows customers to reproduce exact CI testing environment</a:t>
            </a:r>
          </a:p>
          <a:p>
            <a:pPr lvl="1"/>
            <a:r>
              <a:rPr lang="en-US" dirty="0"/>
              <a:t>Trilinos can have a CI testing environment separate from Sandia hardware if necessary, but can also utilize Sandia hardware in a relatively seamless manner</a:t>
            </a:r>
          </a:p>
          <a:p>
            <a:pPr lvl="1"/>
            <a:endParaRPr lang="en-US" dirty="0"/>
          </a:p>
          <a:p>
            <a:r>
              <a:rPr lang="en-US" dirty="0"/>
              <a:t>Accelerated build and tests</a:t>
            </a:r>
          </a:p>
          <a:p>
            <a:pPr lvl="1"/>
            <a:r>
              <a:rPr lang="en-US" dirty="0"/>
              <a:t>Exploring per-package binary caching with Spack approach (later in this presentation)</a:t>
            </a:r>
          </a:p>
          <a:p>
            <a:pPr lvl="1"/>
            <a:r>
              <a:rPr lang="en-US" dirty="0"/>
              <a:t>Continue to use ccache on hardware supporting mounted filesystems, but explore </a:t>
            </a:r>
            <a:r>
              <a:rPr lang="en-US" dirty="0" err="1"/>
              <a:t>sccache</a:t>
            </a:r>
            <a:r>
              <a:rPr lang="en-US" dirty="0"/>
              <a:t> for external resources</a:t>
            </a:r>
          </a:p>
          <a:p>
            <a:pPr lvl="1"/>
            <a:endParaRPr lang="en-US" dirty="0"/>
          </a:p>
          <a:p>
            <a:r>
              <a:rPr lang="en-US" dirty="0"/>
              <a:t>Make Trilinos configurations as easy to understand and interact with as possible</a:t>
            </a:r>
          </a:p>
        </p:txBody>
      </p:sp>
      <p:sp>
        <p:nvSpPr>
          <p:cNvPr id="4" name="Slide Number Placeholder 3">
            <a:extLst>
              <a:ext uri="{FF2B5EF4-FFF2-40B4-BE49-F238E27FC236}">
                <a16:creationId xmlns:a16="http://schemas.microsoft.com/office/drawing/2014/main" id="{98BD4832-27B0-C3DE-0751-B29184DBA1E3}"/>
              </a:ext>
            </a:extLst>
          </p:cNvPr>
          <p:cNvSpPr>
            <a:spLocks noGrp="1"/>
          </p:cNvSpPr>
          <p:nvPr>
            <p:ph type="sldNum" sz="quarter" idx="4"/>
          </p:nvPr>
        </p:nvSpPr>
        <p:spPr/>
        <p:txBody>
          <a:bodyPr/>
          <a:lstStyle/>
          <a:p>
            <a:fld id="{6FB6B91F-BB11-E946-B7F6-1372EDB8DEC1}" type="slidenum">
              <a:rPr lang="en-US" smtClean="0"/>
              <a:pPr/>
              <a:t>11</a:t>
            </a:fld>
            <a:endParaRPr lang="en-US" dirty="0"/>
          </a:p>
        </p:txBody>
      </p:sp>
    </p:spTree>
    <p:extLst>
      <p:ext uri="{BB962C8B-B14F-4D97-AF65-F5344CB8AC3E}">
        <p14:creationId xmlns:p14="http://schemas.microsoft.com/office/powerpoint/2010/main" val="4191141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04363-6EC5-82E4-F448-0F479D6EB75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DB91054-FED5-3C47-7A8E-247033077BDB}"/>
              </a:ext>
            </a:extLst>
          </p:cNvPr>
          <p:cNvSpPr>
            <a:spLocks noGrp="1"/>
          </p:cNvSpPr>
          <p:nvPr>
            <p:ph type="ctrTitle"/>
          </p:nvPr>
        </p:nvSpPr>
        <p:spPr/>
        <p:txBody>
          <a:bodyPr/>
          <a:lstStyle/>
          <a:p>
            <a:r>
              <a:rPr lang="en-US" dirty="0"/>
              <a:t>Making Trilinos Easier to Build</a:t>
            </a:r>
          </a:p>
        </p:txBody>
      </p:sp>
      <p:sp>
        <p:nvSpPr>
          <p:cNvPr id="2" name="Slide Number Placeholder 1">
            <a:extLst>
              <a:ext uri="{FF2B5EF4-FFF2-40B4-BE49-F238E27FC236}">
                <a16:creationId xmlns:a16="http://schemas.microsoft.com/office/drawing/2014/main" id="{60AB6B0B-2706-E0F7-FBBB-DA076CAC7498}"/>
              </a:ext>
            </a:extLst>
          </p:cNvPr>
          <p:cNvSpPr>
            <a:spLocks noGrp="1"/>
          </p:cNvSpPr>
          <p:nvPr>
            <p:ph type="sldNum" sz="quarter" idx="4"/>
          </p:nvPr>
        </p:nvSpPr>
        <p:spPr/>
        <p:txBody>
          <a:bodyPr/>
          <a:lstStyle/>
          <a:p>
            <a:fld id="{6FB6B91F-BB11-E946-B7F6-1372EDB8DEC1}" type="slidenum">
              <a:rPr lang="en-US" smtClean="0"/>
              <a:pPr/>
              <a:t>12</a:t>
            </a:fld>
            <a:endParaRPr lang="en-US" dirty="0"/>
          </a:p>
        </p:txBody>
      </p:sp>
    </p:spTree>
    <p:extLst>
      <p:ext uri="{BB962C8B-B14F-4D97-AF65-F5344CB8AC3E}">
        <p14:creationId xmlns:p14="http://schemas.microsoft.com/office/powerpoint/2010/main" val="348622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E30BD-B572-8F4E-DB82-BA0CB3C5C39B}"/>
              </a:ext>
            </a:extLst>
          </p:cNvPr>
          <p:cNvSpPr>
            <a:spLocks noGrp="1"/>
          </p:cNvSpPr>
          <p:nvPr>
            <p:ph type="title"/>
          </p:nvPr>
        </p:nvSpPr>
        <p:spPr/>
        <p:txBody>
          <a:bodyPr/>
          <a:lstStyle/>
          <a:p>
            <a:r>
              <a:rPr lang="en-US" dirty="0"/>
              <a:t>Minimizing Configuration Options</a:t>
            </a:r>
          </a:p>
        </p:txBody>
      </p:sp>
      <p:sp>
        <p:nvSpPr>
          <p:cNvPr id="3" name="Content Placeholder 2">
            <a:extLst>
              <a:ext uri="{FF2B5EF4-FFF2-40B4-BE49-F238E27FC236}">
                <a16:creationId xmlns:a16="http://schemas.microsoft.com/office/drawing/2014/main" id="{D03DCD8C-94C6-3AF8-62BD-26CB093F3AA8}"/>
              </a:ext>
            </a:extLst>
          </p:cNvPr>
          <p:cNvSpPr>
            <a:spLocks noGrp="1"/>
          </p:cNvSpPr>
          <p:nvPr>
            <p:ph idx="1"/>
          </p:nvPr>
        </p:nvSpPr>
        <p:spPr>
          <a:xfrm>
            <a:off x="352326" y="2460458"/>
            <a:ext cx="11239500" cy="3815043"/>
          </a:xfrm>
        </p:spPr>
        <p:txBody>
          <a:bodyPr/>
          <a:lstStyle/>
          <a:p>
            <a:r>
              <a:rPr lang="en-US" dirty="0"/>
              <a:t>Most surveyed users tend to get a set of configuration options that work for them, then avoid changing any unless necessary</a:t>
            </a:r>
          </a:p>
          <a:p>
            <a:endParaRPr lang="en-US" dirty="0"/>
          </a:p>
          <a:p>
            <a:r>
              <a:rPr lang="en-US" dirty="0"/>
              <a:t>Trilinos should strive to minimize the number of configuration options that must be passed, and ensure that sensible defaults are chosen to adjust the default configuration for the majority of users</a:t>
            </a:r>
          </a:p>
          <a:p>
            <a:endParaRPr lang="en-US" dirty="0"/>
          </a:p>
          <a:p>
            <a:r>
              <a:rPr lang="en-US" dirty="0"/>
              <a:t>This proliferation of configure options can be seen in the CI configurations</a:t>
            </a:r>
          </a:p>
        </p:txBody>
      </p:sp>
      <p:sp>
        <p:nvSpPr>
          <p:cNvPr id="4" name="Slide Number Placeholder 3">
            <a:extLst>
              <a:ext uri="{FF2B5EF4-FFF2-40B4-BE49-F238E27FC236}">
                <a16:creationId xmlns:a16="http://schemas.microsoft.com/office/drawing/2014/main" id="{EF4289FD-4D9A-110A-D0A1-963E0C74BE91}"/>
              </a:ext>
            </a:extLst>
          </p:cNvPr>
          <p:cNvSpPr>
            <a:spLocks noGrp="1"/>
          </p:cNvSpPr>
          <p:nvPr>
            <p:ph type="sldNum" sz="quarter" idx="4"/>
          </p:nvPr>
        </p:nvSpPr>
        <p:spPr/>
        <p:txBody>
          <a:bodyPr/>
          <a:lstStyle/>
          <a:p>
            <a:fld id="{6FB6B91F-BB11-E946-B7F6-1372EDB8DEC1}" type="slidenum">
              <a:rPr lang="en-US" smtClean="0"/>
              <a:pPr/>
              <a:t>13</a:t>
            </a:fld>
            <a:endParaRPr lang="en-US" dirty="0"/>
          </a:p>
        </p:txBody>
      </p:sp>
      <p:sp>
        <p:nvSpPr>
          <p:cNvPr id="6" name="Rounded Rectangle 5">
            <a:extLst>
              <a:ext uri="{FF2B5EF4-FFF2-40B4-BE49-F238E27FC236}">
                <a16:creationId xmlns:a16="http://schemas.microsoft.com/office/drawing/2014/main" id="{A7729DC3-119F-FB0F-5F02-31B3D4FCF960}"/>
              </a:ext>
            </a:extLst>
          </p:cNvPr>
          <p:cNvSpPr/>
          <p:nvPr/>
        </p:nvSpPr>
        <p:spPr>
          <a:xfrm>
            <a:off x="2955826" y="1154363"/>
            <a:ext cx="6032500"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t>“Trilinos is too difficult to build” – every surveyed user</a:t>
            </a:r>
          </a:p>
        </p:txBody>
      </p:sp>
    </p:spTree>
    <p:extLst>
      <p:ext uri="{BB962C8B-B14F-4D97-AF65-F5344CB8AC3E}">
        <p14:creationId xmlns:p14="http://schemas.microsoft.com/office/powerpoint/2010/main" val="21672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ED0AF18-2C6A-975D-6991-22E4EC1DDB88}"/>
              </a:ext>
            </a:extLst>
          </p:cNvPr>
          <p:cNvSpPr>
            <a:spLocks noGrp="1"/>
          </p:cNvSpPr>
          <p:nvPr>
            <p:ph type="title"/>
          </p:nvPr>
        </p:nvSpPr>
        <p:spPr/>
        <p:txBody>
          <a:bodyPr/>
          <a:lstStyle/>
          <a:p>
            <a:r>
              <a:rPr lang="en-US" dirty="0"/>
              <a:t>Minimizing Configuration Options</a:t>
            </a:r>
          </a:p>
        </p:txBody>
      </p:sp>
      <p:sp>
        <p:nvSpPr>
          <p:cNvPr id="3" name="Slide Number Placeholder 2">
            <a:extLst>
              <a:ext uri="{FF2B5EF4-FFF2-40B4-BE49-F238E27FC236}">
                <a16:creationId xmlns:a16="http://schemas.microsoft.com/office/drawing/2014/main" id="{627C7A48-81A8-AF33-49B6-E1E2EAD3BCBE}"/>
              </a:ext>
            </a:extLst>
          </p:cNvPr>
          <p:cNvSpPr>
            <a:spLocks noGrp="1"/>
          </p:cNvSpPr>
          <p:nvPr>
            <p:ph type="sldNum" sz="quarter" idx="4"/>
          </p:nvPr>
        </p:nvSpPr>
        <p:spPr>
          <a:xfrm>
            <a:off x="11706126" y="6638826"/>
            <a:ext cx="485874" cy="219174"/>
          </a:xfrm>
        </p:spPr>
        <p:txBody>
          <a:bodyPr/>
          <a:lstStyle/>
          <a:p>
            <a:fld id="{6FB6B91F-BB11-E946-B7F6-1372EDB8DEC1}" type="slidenum">
              <a:rPr lang="en-US" smtClean="0"/>
              <a:pPr/>
              <a:t>14</a:t>
            </a:fld>
            <a:endParaRPr lang="en-US" dirty="0"/>
          </a:p>
        </p:txBody>
      </p:sp>
      <p:sp>
        <p:nvSpPr>
          <p:cNvPr id="7" name="Content Placeholder 6">
            <a:extLst>
              <a:ext uri="{FF2B5EF4-FFF2-40B4-BE49-F238E27FC236}">
                <a16:creationId xmlns:a16="http://schemas.microsoft.com/office/drawing/2014/main" id="{C1BD312F-D4C4-9150-434A-F18FCB24D279}"/>
              </a:ext>
            </a:extLst>
          </p:cNvPr>
          <p:cNvSpPr>
            <a:spLocks noGrp="1"/>
          </p:cNvSpPr>
          <p:nvPr>
            <p:ph idx="1"/>
          </p:nvPr>
        </p:nvSpPr>
        <p:spPr/>
        <p:txBody>
          <a:bodyPr numCol="2">
            <a:normAutofit/>
          </a:bodyPr>
          <a:lstStyle/>
          <a:p>
            <a:pPr marL="0" indent="0" algn="ctr">
              <a:buNone/>
            </a:pPr>
            <a:r>
              <a:rPr lang="en-US" dirty="0"/>
              <a:t>	</a:t>
            </a:r>
            <a:r>
              <a:rPr lang="en-US" sz="2800" b="1" dirty="0"/>
              <a:t>Old CI example</a:t>
            </a:r>
          </a:p>
          <a:p>
            <a:pPr marL="0" indent="0" algn="ctr">
              <a:buNone/>
            </a:pPr>
            <a:endParaRPr lang="en-US" sz="1200" b="1" dirty="0"/>
          </a:p>
          <a:p>
            <a:r>
              <a:rPr lang="en-US" dirty="0"/>
              <a:t>~250 total config options passed</a:t>
            </a:r>
          </a:p>
          <a:p>
            <a:r>
              <a:rPr lang="en-US" dirty="0"/>
              <a:t>145 related to TPL related</a:t>
            </a:r>
          </a:p>
          <a:p>
            <a:r>
              <a:rPr lang="en-US" dirty="0"/>
              <a:t>15 package disables*</a:t>
            </a:r>
          </a:p>
          <a:p>
            <a:r>
              <a:rPr lang="en-US" dirty="0"/>
              <a:t>40 test disables</a:t>
            </a:r>
          </a:p>
          <a:p>
            <a:r>
              <a:rPr lang="en-US" dirty="0"/>
              <a:t>50 global/package-level configuration</a:t>
            </a:r>
          </a:p>
          <a:p>
            <a:endParaRPr lang="en-US" dirty="0"/>
          </a:p>
          <a:p>
            <a:endParaRPr lang="en-US" dirty="0"/>
          </a:p>
          <a:p>
            <a:pPr marL="0" indent="0">
              <a:buNone/>
            </a:pPr>
            <a:endParaRPr lang="en-US" dirty="0"/>
          </a:p>
          <a:p>
            <a:pPr marL="0" indent="0">
              <a:buNone/>
            </a:pPr>
            <a:endParaRPr lang="en-US" dirty="0"/>
          </a:p>
          <a:p>
            <a:pPr marL="0" indent="0" algn="ctr">
              <a:buNone/>
            </a:pPr>
            <a:r>
              <a:rPr lang="en-US" sz="2800" b="1" dirty="0"/>
              <a:t>New CI example</a:t>
            </a:r>
          </a:p>
          <a:p>
            <a:pPr marL="0" indent="0" algn="ctr">
              <a:buNone/>
            </a:pPr>
            <a:endParaRPr lang="en-US" sz="1200" b="1" dirty="0"/>
          </a:p>
          <a:p>
            <a:r>
              <a:rPr lang="en-US" dirty="0"/>
              <a:t>~200 total config options passed</a:t>
            </a:r>
          </a:p>
          <a:p>
            <a:r>
              <a:rPr lang="en-US" dirty="0"/>
              <a:t>115 related to TPL related</a:t>
            </a:r>
          </a:p>
          <a:p>
            <a:r>
              <a:rPr lang="en-US" dirty="0"/>
              <a:t>15 package disables*</a:t>
            </a:r>
          </a:p>
          <a:p>
            <a:r>
              <a:rPr lang="en-US" dirty="0"/>
              <a:t>20 test disables</a:t>
            </a:r>
          </a:p>
          <a:p>
            <a:r>
              <a:rPr lang="en-US" dirty="0"/>
              <a:t>50 global/package-level configuration</a:t>
            </a:r>
          </a:p>
        </p:txBody>
      </p:sp>
      <p:sp>
        <p:nvSpPr>
          <p:cNvPr id="2" name="Rounded Rectangle 1">
            <a:extLst>
              <a:ext uri="{FF2B5EF4-FFF2-40B4-BE49-F238E27FC236}">
                <a16:creationId xmlns:a16="http://schemas.microsoft.com/office/drawing/2014/main" id="{3016E043-0F20-EE47-1566-325D947B72CF}"/>
              </a:ext>
            </a:extLst>
          </p:cNvPr>
          <p:cNvSpPr/>
          <p:nvPr/>
        </p:nvSpPr>
        <p:spPr>
          <a:xfrm>
            <a:off x="4324251" y="5361102"/>
            <a:ext cx="3295650"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Are they all necessary?</a:t>
            </a:r>
          </a:p>
        </p:txBody>
      </p:sp>
    </p:spTree>
    <p:extLst>
      <p:ext uri="{BB962C8B-B14F-4D97-AF65-F5344CB8AC3E}">
        <p14:creationId xmlns:p14="http://schemas.microsoft.com/office/powerpoint/2010/main" val="2155435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3A3CC-EEB5-7B0D-390C-F60555EEFE3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5CB9C29-0FF7-77DA-21D6-575C274BCDFC}"/>
              </a:ext>
            </a:extLst>
          </p:cNvPr>
          <p:cNvSpPr>
            <a:spLocks noGrp="1"/>
          </p:cNvSpPr>
          <p:nvPr>
            <p:ph type="title"/>
          </p:nvPr>
        </p:nvSpPr>
        <p:spPr/>
        <p:txBody>
          <a:bodyPr/>
          <a:lstStyle/>
          <a:p>
            <a:r>
              <a:rPr lang="en-US" dirty="0"/>
              <a:t>Minimizing Configuration Options</a:t>
            </a:r>
          </a:p>
        </p:txBody>
      </p:sp>
      <p:sp>
        <p:nvSpPr>
          <p:cNvPr id="3" name="Slide Number Placeholder 2">
            <a:extLst>
              <a:ext uri="{FF2B5EF4-FFF2-40B4-BE49-F238E27FC236}">
                <a16:creationId xmlns:a16="http://schemas.microsoft.com/office/drawing/2014/main" id="{1AA955FD-0563-E01D-7D00-FF651FD4A993}"/>
              </a:ext>
            </a:extLst>
          </p:cNvPr>
          <p:cNvSpPr>
            <a:spLocks noGrp="1"/>
          </p:cNvSpPr>
          <p:nvPr>
            <p:ph type="sldNum" sz="quarter" idx="4"/>
          </p:nvPr>
        </p:nvSpPr>
        <p:spPr>
          <a:xfrm>
            <a:off x="11706126" y="6638826"/>
            <a:ext cx="485874" cy="219174"/>
          </a:xfrm>
        </p:spPr>
        <p:txBody>
          <a:bodyPr/>
          <a:lstStyle/>
          <a:p>
            <a:fld id="{6FB6B91F-BB11-E946-B7F6-1372EDB8DEC1}" type="slidenum">
              <a:rPr lang="en-US" smtClean="0"/>
              <a:pPr/>
              <a:t>15</a:t>
            </a:fld>
            <a:endParaRPr lang="en-US" dirty="0"/>
          </a:p>
        </p:txBody>
      </p:sp>
      <p:sp>
        <p:nvSpPr>
          <p:cNvPr id="7" name="Content Placeholder 6">
            <a:extLst>
              <a:ext uri="{FF2B5EF4-FFF2-40B4-BE49-F238E27FC236}">
                <a16:creationId xmlns:a16="http://schemas.microsoft.com/office/drawing/2014/main" id="{0A3FBA78-C0A0-9337-1273-3DCA317AB947}"/>
              </a:ext>
            </a:extLst>
          </p:cNvPr>
          <p:cNvSpPr>
            <a:spLocks noGrp="1"/>
          </p:cNvSpPr>
          <p:nvPr>
            <p:ph idx="1"/>
          </p:nvPr>
        </p:nvSpPr>
        <p:spPr/>
        <p:txBody>
          <a:bodyPr numCol="2">
            <a:normAutofit/>
          </a:bodyPr>
          <a:lstStyle/>
          <a:p>
            <a:pPr marL="0" indent="0" algn="ctr">
              <a:buNone/>
            </a:pPr>
            <a:r>
              <a:rPr lang="en-US" dirty="0"/>
              <a:t>	</a:t>
            </a:r>
            <a:r>
              <a:rPr lang="en-US" sz="2800" b="1" dirty="0"/>
              <a:t>Old CI example</a:t>
            </a:r>
          </a:p>
          <a:p>
            <a:pPr marL="0" indent="0" algn="ctr">
              <a:buNone/>
            </a:pPr>
            <a:endParaRPr lang="en-US" sz="1200" b="1" dirty="0"/>
          </a:p>
          <a:p>
            <a:r>
              <a:rPr lang="en-US" dirty="0"/>
              <a:t>~250 total config options passed</a:t>
            </a:r>
          </a:p>
          <a:p>
            <a:r>
              <a:rPr lang="en-US" dirty="0">
                <a:highlight>
                  <a:srgbClr val="FF00FF"/>
                </a:highlight>
              </a:rPr>
              <a:t>145 related to TPL related</a:t>
            </a:r>
          </a:p>
          <a:p>
            <a:r>
              <a:rPr lang="en-US" dirty="0"/>
              <a:t>15 package disables*</a:t>
            </a:r>
          </a:p>
          <a:p>
            <a:r>
              <a:rPr lang="en-US" dirty="0"/>
              <a:t>40 test disables</a:t>
            </a:r>
          </a:p>
          <a:p>
            <a:r>
              <a:rPr lang="en-US" dirty="0">
                <a:highlight>
                  <a:srgbClr val="FFFF00"/>
                </a:highlight>
              </a:rPr>
              <a:t>50 global/package-level configuration</a:t>
            </a:r>
          </a:p>
          <a:p>
            <a:endParaRPr lang="en-US" dirty="0"/>
          </a:p>
          <a:p>
            <a:endParaRPr lang="en-US" dirty="0"/>
          </a:p>
          <a:p>
            <a:pPr marL="0" indent="0">
              <a:buNone/>
            </a:pPr>
            <a:endParaRPr lang="en-US" dirty="0"/>
          </a:p>
          <a:p>
            <a:pPr marL="0" indent="0">
              <a:buNone/>
            </a:pPr>
            <a:endParaRPr lang="en-US" dirty="0"/>
          </a:p>
          <a:p>
            <a:pPr marL="0" indent="0" algn="ctr">
              <a:buNone/>
            </a:pPr>
            <a:r>
              <a:rPr lang="en-US" sz="2800" b="1" dirty="0"/>
              <a:t>New CI example</a:t>
            </a:r>
          </a:p>
          <a:p>
            <a:pPr marL="0" indent="0" algn="ctr">
              <a:buNone/>
            </a:pPr>
            <a:endParaRPr lang="en-US" sz="1200" b="1" dirty="0"/>
          </a:p>
          <a:p>
            <a:r>
              <a:rPr lang="en-US" dirty="0"/>
              <a:t>~200 total config options passed</a:t>
            </a:r>
          </a:p>
          <a:p>
            <a:r>
              <a:rPr lang="en-US" dirty="0">
                <a:highlight>
                  <a:srgbClr val="FF00FF"/>
                </a:highlight>
              </a:rPr>
              <a:t>115 related to TPL related</a:t>
            </a:r>
          </a:p>
          <a:p>
            <a:r>
              <a:rPr lang="en-US" dirty="0"/>
              <a:t>15 package disables*</a:t>
            </a:r>
          </a:p>
          <a:p>
            <a:r>
              <a:rPr lang="en-US" dirty="0"/>
              <a:t>20 test disables</a:t>
            </a:r>
          </a:p>
          <a:p>
            <a:r>
              <a:rPr lang="en-US" dirty="0">
                <a:highlight>
                  <a:srgbClr val="FFFF00"/>
                </a:highlight>
              </a:rPr>
              <a:t>50 global/package-level configuration</a:t>
            </a:r>
          </a:p>
        </p:txBody>
      </p:sp>
      <p:sp>
        <p:nvSpPr>
          <p:cNvPr id="2" name="Rounded Rectangle 1">
            <a:extLst>
              <a:ext uri="{FF2B5EF4-FFF2-40B4-BE49-F238E27FC236}">
                <a16:creationId xmlns:a16="http://schemas.microsoft.com/office/drawing/2014/main" id="{3E928A12-096E-9FD1-C21B-75403524B708}"/>
              </a:ext>
            </a:extLst>
          </p:cNvPr>
          <p:cNvSpPr/>
          <p:nvPr/>
        </p:nvSpPr>
        <p:spPr>
          <a:xfrm>
            <a:off x="4324251" y="5361102"/>
            <a:ext cx="3295650"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Are they all necessary?</a:t>
            </a:r>
          </a:p>
        </p:txBody>
      </p:sp>
    </p:spTree>
    <p:extLst>
      <p:ext uri="{BB962C8B-B14F-4D97-AF65-F5344CB8AC3E}">
        <p14:creationId xmlns:p14="http://schemas.microsoft.com/office/powerpoint/2010/main" val="13979290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CD24E-83DD-04F7-ED69-EBF35C5919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DC405E-BAEF-FEF2-3745-781B8296F25D}"/>
              </a:ext>
            </a:extLst>
          </p:cNvPr>
          <p:cNvSpPr>
            <a:spLocks noGrp="1"/>
          </p:cNvSpPr>
          <p:nvPr>
            <p:ph type="title"/>
          </p:nvPr>
        </p:nvSpPr>
        <p:spPr/>
        <p:txBody>
          <a:bodyPr/>
          <a:lstStyle/>
          <a:p>
            <a:r>
              <a:rPr lang="en-US" dirty="0"/>
              <a:t>Minimizing Configuration Options – Third-party Libraries</a:t>
            </a:r>
          </a:p>
        </p:txBody>
      </p:sp>
      <p:sp>
        <p:nvSpPr>
          <p:cNvPr id="3" name="Content Placeholder 2">
            <a:extLst>
              <a:ext uri="{FF2B5EF4-FFF2-40B4-BE49-F238E27FC236}">
                <a16:creationId xmlns:a16="http://schemas.microsoft.com/office/drawing/2014/main" id="{30F2658C-FD55-C314-A655-3CB08397AC31}"/>
              </a:ext>
            </a:extLst>
          </p:cNvPr>
          <p:cNvSpPr>
            <a:spLocks noGrp="1"/>
          </p:cNvSpPr>
          <p:nvPr>
            <p:ph idx="1"/>
          </p:nvPr>
        </p:nvSpPr>
        <p:spPr>
          <a:xfrm>
            <a:off x="352326" y="1071880"/>
            <a:ext cx="11239500" cy="5323840"/>
          </a:xfrm>
        </p:spPr>
        <p:txBody>
          <a:bodyPr>
            <a:normAutofit lnSpcReduction="10000"/>
          </a:bodyPr>
          <a:lstStyle/>
          <a:p>
            <a:r>
              <a:rPr lang="en-US" dirty="0"/>
              <a:t>TPL options are system-dependent</a:t>
            </a:r>
          </a:p>
          <a:p>
            <a:pPr lvl="1"/>
            <a:r>
              <a:rPr lang="en-US" dirty="0"/>
              <a:t>If a user has only one installation of LAPACK, </a:t>
            </a:r>
            <a:r>
              <a:rPr lang="en-US" dirty="0">
                <a:latin typeface="Courier New" panose="02070309020205020404" pitchFamily="49" charset="0"/>
                <a:cs typeface="Courier New" panose="02070309020205020404" pitchFamily="49" charset="0"/>
              </a:rPr>
              <a:t>-DTPL_ENABLE_LAPACK</a:t>
            </a:r>
            <a:r>
              <a:rPr lang="en-US" dirty="0"/>
              <a:t> is generally sufficient</a:t>
            </a:r>
          </a:p>
          <a:p>
            <a:pPr lvl="1"/>
            <a:r>
              <a:rPr lang="en-US" dirty="0"/>
              <a:t>If a user has six installations of LAPACK, additional specificity may be needed for robustness (example of </a:t>
            </a:r>
            <a:r>
              <a:rPr lang="en-US" i="1" dirty="0"/>
              <a:t>necessary configure options</a:t>
            </a:r>
            <a:r>
              <a:rPr lang="en-US" dirty="0"/>
              <a:t>)</a:t>
            </a:r>
          </a:p>
          <a:p>
            <a:pPr lvl="1"/>
            <a:endParaRPr lang="en-US" dirty="0"/>
          </a:p>
          <a:p>
            <a:r>
              <a:rPr lang="en-US" dirty="0"/>
              <a:t>New CI testing containers contain environments set up to Just Work with the single enable option</a:t>
            </a:r>
          </a:p>
          <a:p>
            <a:endParaRPr lang="en-US" dirty="0"/>
          </a:p>
          <a:p>
            <a:r>
              <a:rPr lang="en-US" dirty="0"/>
              <a:t>At a minimum, must have the correct enables and disables</a:t>
            </a:r>
          </a:p>
          <a:p>
            <a:pPr lvl="1"/>
            <a:r>
              <a:rPr lang="en-US" dirty="0"/>
              <a:t>Exploring setting more sensible defaults</a:t>
            </a:r>
          </a:p>
          <a:p>
            <a:pPr lvl="1"/>
            <a:endParaRPr lang="en-US" dirty="0"/>
          </a:p>
          <a:p>
            <a:r>
              <a:rPr lang="en-US" dirty="0"/>
              <a:t>Moving towards ”standard” </a:t>
            </a:r>
            <a:r>
              <a:rPr lang="en-US" dirty="0" err="1">
                <a:latin typeface="Courier New" panose="02070309020205020404" pitchFamily="49" charset="0"/>
                <a:cs typeface="Courier New" panose="02070309020205020404" pitchFamily="49" charset="0"/>
              </a:rPr>
              <a:t>find_package</a:t>
            </a:r>
            <a:r>
              <a:rPr lang="en-US" dirty="0">
                <a:latin typeface="Courier New" panose="02070309020205020404" pitchFamily="49" charset="0"/>
                <a:cs typeface="Courier New" panose="02070309020205020404" pitchFamily="49" charset="0"/>
              </a:rPr>
              <a:t>()</a:t>
            </a:r>
            <a:r>
              <a:rPr lang="en-US" dirty="0"/>
              <a:t> as </a:t>
            </a:r>
            <a:r>
              <a:rPr lang="en-US" dirty="0" err="1"/>
              <a:t>CMake</a:t>
            </a:r>
            <a:r>
              <a:rPr lang="en-US" dirty="0"/>
              <a:t> package ecosystem matures will help decrease this complexity</a:t>
            </a:r>
          </a:p>
        </p:txBody>
      </p:sp>
      <p:sp>
        <p:nvSpPr>
          <p:cNvPr id="4" name="Slide Number Placeholder 3">
            <a:extLst>
              <a:ext uri="{FF2B5EF4-FFF2-40B4-BE49-F238E27FC236}">
                <a16:creationId xmlns:a16="http://schemas.microsoft.com/office/drawing/2014/main" id="{70F4D8DF-ABEE-CF08-611F-B7663B99F289}"/>
              </a:ext>
            </a:extLst>
          </p:cNvPr>
          <p:cNvSpPr>
            <a:spLocks noGrp="1"/>
          </p:cNvSpPr>
          <p:nvPr>
            <p:ph type="sldNum" sz="quarter" idx="4"/>
          </p:nvPr>
        </p:nvSpPr>
        <p:spPr/>
        <p:txBody>
          <a:bodyPr/>
          <a:lstStyle/>
          <a:p>
            <a:fld id="{6FB6B91F-BB11-E946-B7F6-1372EDB8DEC1}" type="slidenum">
              <a:rPr lang="en-US" smtClean="0"/>
              <a:pPr/>
              <a:t>16</a:t>
            </a:fld>
            <a:endParaRPr lang="en-US" dirty="0"/>
          </a:p>
        </p:txBody>
      </p:sp>
    </p:spTree>
    <p:extLst>
      <p:ext uri="{BB962C8B-B14F-4D97-AF65-F5344CB8AC3E}">
        <p14:creationId xmlns:p14="http://schemas.microsoft.com/office/powerpoint/2010/main" val="1718935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9F22B-EE42-D0C9-5B22-D807E21EDDD8}"/>
              </a:ext>
            </a:extLst>
          </p:cNvPr>
          <p:cNvSpPr>
            <a:spLocks noGrp="1"/>
          </p:cNvSpPr>
          <p:nvPr>
            <p:ph type="title"/>
          </p:nvPr>
        </p:nvSpPr>
        <p:spPr/>
        <p:txBody>
          <a:bodyPr/>
          <a:lstStyle/>
          <a:p>
            <a:r>
              <a:rPr lang="en-US" dirty="0"/>
              <a:t>Minimizing Configuration Options – Package Disables</a:t>
            </a:r>
          </a:p>
        </p:txBody>
      </p:sp>
      <p:sp>
        <p:nvSpPr>
          <p:cNvPr id="3" name="Content Placeholder 2">
            <a:extLst>
              <a:ext uri="{FF2B5EF4-FFF2-40B4-BE49-F238E27FC236}">
                <a16:creationId xmlns:a16="http://schemas.microsoft.com/office/drawing/2014/main" id="{8A447669-40EF-7E3A-71B6-74B8A17244BC}"/>
              </a:ext>
            </a:extLst>
          </p:cNvPr>
          <p:cNvSpPr>
            <a:spLocks noGrp="1"/>
          </p:cNvSpPr>
          <p:nvPr>
            <p:ph idx="1"/>
          </p:nvPr>
        </p:nvSpPr>
        <p:spPr/>
        <p:txBody>
          <a:bodyPr/>
          <a:lstStyle/>
          <a:p>
            <a:r>
              <a:rPr lang="en-US" dirty="0"/>
              <a:t>Package disables are entirely due to deprecated packages, and will be eliminated at the end of this year</a:t>
            </a:r>
          </a:p>
        </p:txBody>
      </p:sp>
      <p:sp>
        <p:nvSpPr>
          <p:cNvPr id="4" name="Slide Number Placeholder 3">
            <a:extLst>
              <a:ext uri="{FF2B5EF4-FFF2-40B4-BE49-F238E27FC236}">
                <a16:creationId xmlns:a16="http://schemas.microsoft.com/office/drawing/2014/main" id="{C1425747-BCD9-BF91-0252-E8EF10364DAB}"/>
              </a:ext>
            </a:extLst>
          </p:cNvPr>
          <p:cNvSpPr>
            <a:spLocks noGrp="1"/>
          </p:cNvSpPr>
          <p:nvPr>
            <p:ph type="sldNum" sz="quarter" idx="4"/>
          </p:nvPr>
        </p:nvSpPr>
        <p:spPr/>
        <p:txBody>
          <a:bodyPr/>
          <a:lstStyle/>
          <a:p>
            <a:fld id="{6FB6B91F-BB11-E946-B7F6-1372EDB8DEC1}" type="slidenum">
              <a:rPr lang="en-US" smtClean="0"/>
              <a:pPr/>
              <a:t>17</a:t>
            </a:fld>
            <a:endParaRPr lang="en-US" dirty="0"/>
          </a:p>
        </p:txBody>
      </p:sp>
    </p:spTree>
    <p:extLst>
      <p:ext uri="{BB962C8B-B14F-4D97-AF65-F5344CB8AC3E}">
        <p14:creationId xmlns:p14="http://schemas.microsoft.com/office/powerpoint/2010/main" val="42916371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A5100-B8BF-2304-F0E8-867CDEACB1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37EC4D-C45A-0A80-6311-2094A4A3D6B7}"/>
              </a:ext>
            </a:extLst>
          </p:cNvPr>
          <p:cNvSpPr>
            <a:spLocks noGrp="1"/>
          </p:cNvSpPr>
          <p:nvPr>
            <p:ph type="title"/>
          </p:nvPr>
        </p:nvSpPr>
        <p:spPr/>
        <p:txBody>
          <a:bodyPr/>
          <a:lstStyle/>
          <a:p>
            <a:r>
              <a:rPr lang="en-US" dirty="0"/>
              <a:t>Minimizing Configuration Options – Test Disables</a:t>
            </a:r>
          </a:p>
        </p:txBody>
      </p:sp>
      <p:sp>
        <p:nvSpPr>
          <p:cNvPr id="3" name="Content Placeholder 2">
            <a:extLst>
              <a:ext uri="{FF2B5EF4-FFF2-40B4-BE49-F238E27FC236}">
                <a16:creationId xmlns:a16="http://schemas.microsoft.com/office/drawing/2014/main" id="{FAF6F471-AAF4-A511-F75C-2052D31BD2D4}"/>
              </a:ext>
            </a:extLst>
          </p:cNvPr>
          <p:cNvSpPr>
            <a:spLocks noGrp="1"/>
          </p:cNvSpPr>
          <p:nvPr>
            <p:ph idx="1"/>
          </p:nvPr>
        </p:nvSpPr>
        <p:spPr/>
        <p:txBody>
          <a:bodyPr/>
          <a:lstStyle/>
          <a:p>
            <a:r>
              <a:rPr lang="en-US" dirty="0"/>
              <a:t>Disabling Trilinos tests is </a:t>
            </a:r>
            <a:r>
              <a:rPr lang="en-US" i="1" dirty="0"/>
              <a:t>generally</a:t>
            </a:r>
            <a:r>
              <a:rPr lang="en-US" dirty="0"/>
              <a:t> due to a test that exhibits unstable behavior when running in CI testing</a:t>
            </a:r>
          </a:p>
          <a:p>
            <a:r>
              <a:rPr lang="en-US" dirty="0"/>
              <a:t>General position is that while unstable tests are problematic for CI testing, they may still provide developers (or users) helpful information, so disable as part of CI instead of deleting</a:t>
            </a:r>
          </a:p>
        </p:txBody>
      </p:sp>
      <p:sp>
        <p:nvSpPr>
          <p:cNvPr id="4" name="Slide Number Placeholder 3">
            <a:extLst>
              <a:ext uri="{FF2B5EF4-FFF2-40B4-BE49-F238E27FC236}">
                <a16:creationId xmlns:a16="http://schemas.microsoft.com/office/drawing/2014/main" id="{CC40012C-1D94-D24E-947C-2A9F63B3B0A4}"/>
              </a:ext>
            </a:extLst>
          </p:cNvPr>
          <p:cNvSpPr>
            <a:spLocks noGrp="1"/>
          </p:cNvSpPr>
          <p:nvPr>
            <p:ph type="sldNum" sz="quarter" idx="4"/>
          </p:nvPr>
        </p:nvSpPr>
        <p:spPr/>
        <p:txBody>
          <a:bodyPr/>
          <a:lstStyle/>
          <a:p>
            <a:fld id="{6FB6B91F-BB11-E946-B7F6-1372EDB8DEC1}" type="slidenum">
              <a:rPr lang="en-US" smtClean="0"/>
              <a:pPr/>
              <a:t>18</a:t>
            </a:fld>
            <a:endParaRPr lang="en-US" dirty="0"/>
          </a:p>
        </p:txBody>
      </p:sp>
    </p:spTree>
    <p:extLst>
      <p:ext uri="{BB962C8B-B14F-4D97-AF65-F5344CB8AC3E}">
        <p14:creationId xmlns:p14="http://schemas.microsoft.com/office/powerpoint/2010/main" val="1391346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58A3B-177F-4B22-FBC9-A8A92CA7E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8B218D-5D7D-C87B-152C-9D6C6D0D2F25}"/>
              </a:ext>
            </a:extLst>
          </p:cNvPr>
          <p:cNvSpPr>
            <a:spLocks noGrp="1"/>
          </p:cNvSpPr>
          <p:nvPr>
            <p:ph type="title"/>
          </p:nvPr>
        </p:nvSpPr>
        <p:spPr/>
        <p:txBody>
          <a:bodyPr/>
          <a:lstStyle/>
          <a:p>
            <a:r>
              <a:rPr lang="en-US" dirty="0"/>
              <a:t>Minimizing Configuration Options – Global Configuration</a:t>
            </a:r>
          </a:p>
        </p:txBody>
      </p:sp>
      <p:sp>
        <p:nvSpPr>
          <p:cNvPr id="3" name="Content Placeholder 2">
            <a:extLst>
              <a:ext uri="{FF2B5EF4-FFF2-40B4-BE49-F238E27FC236}">
                <a16:creationId xmlns:a16="http://schemas.microsoft.com/office/drawing/2014/main" id="{82A92F55-EA07-4A5E-FC31-D809B50A5119}"/>
              </a:ext>
            </a:extLst>
          </p:cNvPr>
          <p:cNvSpPr>
            <a:spLocks noGrp="1"/>
          </p:cNvSpPr>
          <p:nvPr>
            <p:ph idx="1"/>
          </p:nvPr>
        </p:nvSpPr>
        <p:spPr/>
        <p:txBody>
          <a:bodyPr/>
          <a:lstStyle/>
          <a:p>
            <a:r>
              <a:rPr lang="en-US" dirty="0"/>
              <a:t>Largest spot for individual improvement within Trilinos packages</a:t>
            </a:r>
          </a:p>
          <a:p>
            <a:r>
              <a:rPr lang="en-US" dirty="0"/>
              <a:t>Set defaults intelligently within multiple packages</a:t>
            </a:r>
          </a:p>
          <a:p>
            <a:pPr lvl="1"/>
            <a:r>
              <a:rPr lang="en-US" dirty="0"/>
              <a:t>Eliminate the case where one must pass options per-package:</a:t>
            </a:r>
          </a:p>
          <a:p>
            <a:pPr lvl="2"/>
            <a:r>
              <a:rPr lang="en-US" dirty="0">
                <a:latin typeface="Courier New" panose="02070309020205020404" pitchFamily="49" charset="0"/>
                <a:cs typeface="Courier New" panose="02070309020205020404" pitchFamily="49" charset="0"/>
              </a:rPr>
              <a:t>set(TPL_ENABLE_CUDA ON CACHE BOOL "from .</a:t>
            </a:r>
            <a:r>
              <a:rPr lang="en-US" dirty="0" err="1">
                <a:latin typeface="Courier New" panose="02070309020205020404" pitchFamily="49" charset="0"/>
                <a:cs typeface="Courier New" panose="02070309020205020404" pitchFamily="49" charset="0"/>
              </a:rPr>
              <a:t>ini</a:t>
            </a:r>
            <a:r>
              <a:rPr lang="en-US" dirty="0">
                <a:latin typeface="Courier New" panose="02070309020205020404" pitchFamily="49" charset="0"/>
                <a:cs typeface="Courier New" panose="02070309020205020404" pitchFamily="49" charset="0"/>
              </a:rPr>
              <a:t> configuration”)</a:t>
            </a:r>
          </a:p>
          <a:p>
            <a:pPr lvl="2"/>
            <a:r>
              <a:rPr lang="en-US" dirty="0">
                <a:latin typeface="Courier New" panose="02070309020205020404" pitchFamily="49" charset="0"/>
                <a:cs typeface="Courier New" panose="02070309020205020404" pitchFamily="49" charset="0"/>
              </a:rPr>
              <a:t>set(</a:t>
            </a:r>
            <a:r>
              <a:rPr lang="en-US" dirty="0" err="1">
                <a:latin typeface="Courier New" panose="02070309020205020404" pitchFamily="49" charset="0"/>
                <a:cs typeface="Courier New" panose="02070309020205020404" pitchFamily="49" charset="0"/>
              </a:rPr>
              <a:t>Kokkos_ENABLE_CUDA</a:t>
            </a:r>
            <a:r>
              <a:rPr lang="en-US" dirty="0">
                <a:latin typeface="Courier New" panose="02070309020205020404" pitchFamily="49" charset="0"/>
                <a:cs typeface="Courier New" panose="02070309020205020404" pitchFamily="49" charset="0"/>
              </a:rPr>
              <a:t> ON CACHE BOOL "from .</a:t>
            </a:r>
            <a:r>
              <a:rPr lang="en-US" dirty="0" err="1">
                <a:latin typeface="Courier New" panose="02070309020205020404" pitchFamily="49" charset="0"/>
                <a:cs typeface="Courier New" panose="02070309020205020404" pitchFamily="49" charset="0"/>
              </a:rPr>
              <a:t>ini</a:t>
            </a:r>
            <a:r>
              <a:rPr lang="en-US" dirty="0">
                <a:latin typeface="Courier New" panose="02070309020205020404" pitchFamily="49" charset="0"/>
                <a:cs typeface="Courier New" panose="02070309020205020404" pitchFamily="49" charset="0"/>
              </a:rPr>
              <a:t> configuration")</a:t>
            </a:r>
          </a:p>
          <a:p>
            <a:pPr lvl="2"/>
            <a:r>
              <a:rPr lang="en-US" dirty="0">
                <a:latin typeface="Courier New" panose="02070309020205020404" pitchFamily="49" charset="0"/>
                <a:cs typeface="Courier New" panose="02070309020205020404" pitchFamily="49" charset="0"/>
              </a:rPr>
              <a:t>set(</a:t>
            </a:r>
            <a:r>
              <a:rPr lang="en-US" dirty="0" err="1">
                <a:latin typeface="Courier New" panose="02070309020205020404" pitchFamily="49" charset="0"/>
                <a:cs typeface="Courier New" panose="02070309020205020404" pitchFamily="49" charset="0"/>
              </a:rPr>
              <a:t>Phalanx_KOKKOS_DEVICE_TYPE</a:t>
            </a:r>
            <a:r>
              <a:rPr lang="en-US" dirty="0">
                <a:latin typeface="Courier New" panose="02070309020205020404" pitchFamily="49" charset="0"/>
                <a:cs typeface="Courier New" panose="02070309020205020404" pitchFamily="49" charset="0"/>
              </a:rPr>
              <a:t> CUDA CACHE STRING "from .</a:t>
            </a:r>
            <a:r>
              <a:rPr lang="en-US" dirty="0" err="1">
                <a:latin typeface="Courier New" panose="02070309020205020404" pitchFamily="49" charset="0"/>
                <a:cs typeface="Courier New" panose="02070309020205020404" pitchFamily="49" charset="0"/>
              </a:rPr>
              <a:t>ini</a:t>
            </a:r>
            <a:r>
              <a:rPr lang="en-US" dirty="0">
                <a:latin typeface="Courier New" panose="02070309020205020404" pitchFamily="49" charset="0"/>
                <a:cs typeface="Courier New" panose="02070309020205020404" pitchFamily="49" charset="0"/>
              </a:rPr>
              <a:t> configuration")</a:t>
            </a:r>
          </a:p>
          <a:p>
            <a:r>
              <a:rPr lang="en-US" dirty="0">
                <a:cs typeface="Courier New" panose="02070309020205020404" pitchFamily="49" charset="0"/>
              </a:rPr>
              <a:t>Eliminate explicit setting of default options</a:t>
            </a:r>
          </a:p>
          <a:p>
            <a:pPr lvl="1"/>
            <a:r>
              <a:rPr lang="en-US" dirty="0">
                <a:cs typeface="Courier New" panose="02070309020205020404" pitchFamily="49" charset="0"/>
              </a:rPr>
              <a:t>Test the defaults!</a:t>
            </a:r>
          </a:p>
        </p:txBody>
      </p:sp>
      <p:sp>
        <p:nvSpPr>
          <p:cNvPr id="4" name="Slide Number Placeholder 3">
            <a:extLst>
              <a:ext uri="{FF2B5EF4-FFF2-40B4-BE49-F238E27FC236}">
                <a16:creationId xmlns:a16="http://schemas.microsoft.com/office/drawing/2014/main" id="{B1CCFBB5-6955-8737-AF48-92F8372D18E3}"/>
              </a:ext>
            </a:extLst>
          </p:cNvPr>
          <p:cNvSpPr>
            <a:spLocks noGrp="1"/>
          </p:cNvSpPr>
          <p:nvPr>
            <p:ph type="sldNum" sz="quarter" idx="4"/>
          </p:nvPr>
        </p:nvSpPr>
        <p:spPr/>
        <p:txBody>
          <a:bodyPr/>
          <a:lstStyle/>
          <a:p>
            <a:fld id="{6FB6B91F-BB11-E946-B7F6-1372EDB8DEC1}" type="slidenum">
              <a:rPr lang="en-US" smtClean="0"/>
              <a:pPr/>
              <a:t>19</a:t>
            </a:fld>
            <a:endParaRPr lang="en-US" dirty="0"/>
          </a:p>
        </p:txBody>
      </p:sp>
    </p:spTree>
    <p:extLst>
      <p:ext uri="{BB962C8B-B14F-4D97-AF65-F5344CB8AC3E}">
        <p14:creationId xmlns:p14="http://schemas.microsoft.com/office/powerpoint/2010/main" val="2732130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30D5A-FBF6-F8D6-099B-9D2DD25DCB45}"/>
              </a:ext>
            </a:extLst>
          </p:cNvPr>
          <p:cNvSpPr>
            <a:spLocks noGrp="1"/>
          </p:cNvSpPr>
          <p:nvPr>
            <p:ph type="title"/>
          </p:nvPr>
        </p:nvSpPr>
        <p:spPr/>
        <p:txBody>
          <a:bodyPr/>
          <a:lstStyle/>
          <a:p>
            <a:r>
              <a:rPr lang="en-US" dirty="0"/>
              <a:t>Spack</a:t>
            </a:r>
          </a:p>
        </p:txBody>
      </p:sp>
      <p:sp>
        <p:nvSpPr>
          <p:cNvPr id="3" name="Content Placeholder 2">
            <a:extLst>
              <a:ext uri="{FF2B5EF4-FFF2-40B4-BE49-F238E27FC236}">
                <a16:creationId xmlns:a16="http://schemas.microsoft.com/office/drawing/2014/main" id="{266DB7D4-1654-ED05-0686-25AE1E6FD2C0}"/>
              </a:ext>
            </a:extLst>
          </p:cNvPr>
          <p:cNvSpPr>
            <a:spLocks noGrp="1"/>
          </p:cNvSpPr>
          <p:nvPr>
            <p:ph idx="1"/>
          </p:nvPr>
        </p:nvSpPr>
        <p:spPr>
          <a:xfrm>
            <a:off x="352326" y="1225691"/>
            <a:ext cx="11239500" cy="5193156"/>
          </a:xfrm>
        </p:spPr>
        <p:txBody>
          <a:bodyPr>
            <a:normAutofit lnSpcReduction="10000"/>
          </a:bodyPr>
          <a:lstStyle/>
          <a:p>
            <a:r>
              <a:rPr lang="en-US" dirty="0"/>
              <a:t>Trilinos currently has ~80 Spack variants</a:t>
            </a:r>
          </a:p>
          <a:p>
            <a:r>
              <a:rPr lang="en-US" dirty="0"/>
              <a:t>~30 of them related to enabling non-deprecated packages</a:t>
            </a:r>
          </a:p>
          <a:p>
            <a:pPr lvl="1"/>
            <a:r>
              <a:rPr lang="en-US" dirty="0"/>
              <a:t>Casual or first-time users may not understand this, and see Trilinos as a monolith</a:t>
            </a:r>
          </a:p>
          <a:p>
            <a:pPr lvl="1"/>
            <a:r>
              <a:rPr lang="en-US" dirty="0"/>
              <a:t>How to represent Trilinos packages more understandably to users, while preserving the level of granularity of other configuration options?</a:t>
            </a:r>
          </a:p>
          <a:p>
            <a:pPr lvl="1"/>
            <a:endParaRPr lang="en-US" dirty="0"/>
          </a:p>
          <a:p>
            <a:r>
              <a:rPr lang="en-US" dirty="0"/>
              <a:t>Proposed solution: Model Trilinos packages as individual Spack packages</a:t>
            </a:r>
          </a:p>
          <a:p>
            <a:pPr lvl="1"/>
            <a:r>
              <a:rPr lang="en-US" dirty="0" err="1">
                <a:latin typeface="Courier New" panose="02070309020205020404" pitchFamily="49" charset="0"/>
                <a:cs typeface="Courier New" panose="02070309020205020404" pitchFamily="49" charset="0"/>
              </a:rPr>
              <a:t>trilinos+sacado+muelu+cuda</a:t>
            </a:r>
            <a:r>
              <a:rPr lang="en-US" dirty="0">
                <a:latin typeface="Courier New" panose="02070309020205020404" pitchFamily="49" charset="0"/>
                <a:cs typeface="Courier New" panose="02070309020205020404" pitchFamily="49" charset="0"/>
              </a:rPr>
              <a:t> --&gt; </a:t>
            </a:r>
            <a:r>
              <a:rPr lang="en-US" dirty="0" err="1">
                <a:latin typeface="Courier New" panose="02070309020205020404" pitchFamily="49" charset="0"/>
                <a:cs typeface="Courier New" panose="02070309020205020404" pitchFamily="49" charset="0"/>
              </a:rPr>
              <a:t>sacado+cuda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muelu+cuda</a:t>
            </a:r>
            <a:endParaRPr lang="en-US" dirty="0">
              <a:latin typeface="Courier New" panose="02070309020205020404" pitchFamily="49" charset="0"/>
              <a:cs typeface="Courier New" panose="02070309020205020404" pitchFamily="49" charset="0"/>
            </a:endParaRPr>
          </a:p>
          <a:p>
            <a:pPr lvl="1"/>
            <a:r>
              <a:rPr lang="en-US" dirty="0">
                <a:cs typeface="Courier New" panose="02070309020205020404" pitchFamily="49" charset="0"/>
              </a:rPr>
              <a:t>Already have a limited example of this with Kokkos and </a:t>
            </a:r>
            <a:r>
              <a:rPr lang="en-US" dirty="0" err="1">
                <a:cs typeface="Courier New" panose="02070309020205020404" pitchFamily="49" charset="0"/>
              </a:rPr>
              <a:t>KokkosKernels</a:t>
            </a:r>
            <a:r>
              <a:rPr lang="en-US" dirty="0">
                <a:cs typeface="Courier New" panose="02070309020205020404" pitchFamily="49" charset="0"/>
              </a:rPr>
              <a:t> (though only external “snapshotted” packages)</a:t>
            </a:r>
          </a:p>
          <a:p>
            <a:endParaRPr lang="en-US" dirty="0">
              <a:latin typeface="Courier New" panose="02070309020205020404" pitchFamily="49" charset="0"/>
              <a:cs typeface="Courier New" panose="02070309020205020404" pitchFamily="49" charset="0"/>
            </a:endParaRPr>
          </a:p>
          <a:p>
            <a:r>
              <a:rPr lang="en-US" dirty="0">
                <a:cs typeface="Courier New" panose="02070309020205020404" pitchFamily="49" charset="0"/>
              </a:rPr>
              <a:t>Leverage knowledge and approach used for SNL Sierra code, see Phil </a:t>
            </a:r>
            <a:r>
              <a:rPr lang="en-US" dirty="0" err="1">
                <a:cs typeface="Courier New" panose="02070309020205020404" pitchFamily="49" charset="0"/>
              </a:rPr>
              <a:t>Sakievich’s</a:t>
            </a:r>
            <a:r>
              <a:rPr lang="en-US" dirty="0">
                <a:cs typeface="Courier New" panose="02070309020205020404" pitchFamily="49" charset="0"/>
              </a:rPr>
              <a:t> presentation at 4:40PM on Thursday</a:t>
            </a:r>
          </a:p>
        </p:txBody>
      </p:sp>
      <p:sp>
        <p:nvSpPr>
          <p:cNvPr id="4" name="Slide Number Placeholder 3">
            <a:extLst>
              <a:ext uri="{FF2B5EF4-FFF2-40B4-BE49-F238E27FC236}">
                <a16:creationId xmlns:a16="http://schemas.microsoft.com/office/drawing/2014/main" id="{9D169A7F-8A06-143B-9894-CA351BC7D39E}"/>
              </a:ext>
            </a:extLst>
          </p:cNvPr>
          <p:cNvSpPr>
            <a:spLocks noGrp="1"/>
          </p:cNvSpPr>
          <p:nvPr>
            <p:ph type="sldNum" sz="quarter" idx="4"/>
          </p:nvPr>
        </p:nvSpPr>
        <p:spPr/>
        <p:txBody>
          <a:bodyPr/>
          <a:lstStyle/>
          <a:p>
            <a:fld id="{6FB6B91F-BB11-E946-B7F6-1372EDB8DEC1}" type="slidenum">
              <a:rPr lang="en-US" smtClean="0"/>
              <a:pPr/>
              <a:t>20</a:t>
            </a:fld>
            <a:endParaRPr lang="en-US" dirty="0"/>
          </a:p>
        </p:txBody>
      </p:sp>
    </p:spTree>
    <p:extLst>
      <p:ext uri="{BB962C8B-B14F-4D97-AF65-F5344CB8AC3E}">
        <p14:creationId xmlns:p14="http://schemas.microsoft.com/office/powerpoint/2010/main" val="40463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6E778-D4F3-C300-54F6-A59738EE25DD}"/>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ADE368F5-6530-D4B3-E464-83775973EA6D}"/>
              </a:ext>
            </a:extLst>
          </p:cNvPr>
          <p:cNvSpPr>
            <a:spLocks noGrp="1"/>
          </p:cNvSpPr>
          <p:nvPr>
            <p:ph idx="1"/>
          </p:nvPr>
        </p:nvSpPr>
        <p:spPr/>
        <p:txBody>
          <a:bodyPr/>
          <a:lstStyle/>
          <a:p>
            <a:r>
              <a:rPr lang="en-US" dirty="0"/>
              <a:t>New CI infrastructure leverages tooling familiar to much of the open-source community (GitHub Actions, containerized development environments, podman) and will help make the Trilinos development/contribution process more accessible</a:t>
            </a:r>
          </a:p>
          <a:p>
            <a:endParaRPr lang="en-US" dirty="0"/>
          </a:p>
          <a:p>
            <a:r>
              <a:rPr lang="en-US" dirty="0"/>
              <a:t>Emphasis on reducing the number of configuration options </a:t>
            </a:r>
            <a:r>
              <a:rPr lang="en-US" i="1" dirty="0"/>
              <a:t>required</a:t>
            </a:r>
            <a:r>
              <a:rPr lang="en-US" dirty="0"/>
              <a:t> to produce a build of Trilinos that is desirable for most customers (to the degree possible)</a:t>
            </a:r>
          </a:p>
          <a:p>
            <a:endParaRPr lang="en-US" dirty="0"/>
          </a:p>
          <a:p>
            <a:r>
              <a:rPr lang="en-US" dirty="0"/>
              <a:t>The Spack/Trilinos interaction is being worked to improve Trilinos user experience when using the de-facto standard build orchestration tool for HPCs and scientific software</a:t>
            </a:r>
          </a:p>
          <a:p>
            <a:endParaRPr lang="en-US" dirty="0"/>
          </a:p>
        </p:txBody>
      </p:sp>
      <p:sp>
        <p:nvSpPr>
          <p:cNvPr id="4" name="Slide Number Placeholder 3">
            <a:extLst>
              <a:ext uri="{FF2B5EF4-FFF2-40B4-BE49-F238E27FC236}">
                <a16:creationId xmlns:a16="http://schemas.microsoft.com/office/drawing/2014/main" id="{1C8015F0-08FB-A689-5849-E574E05A14AD}"/>
              </a:ext>
            </a:extLst>
          </p:cNvPr>
          <p:cNvSpPr>
            <a:spLocks noGrp="1"/>
          </p:cNvSpPr>
          <p:nvPr>
            <p:ph type="sldNum" sz="quarter" idx="4"/>
          </p:nvPr>
        </p:nvSpPr>
        <p:spPr/>
        <p:txBody>
          <a:bodyPr/>
          <a:lstStyle/>
          <a:p>
            <a:fld id="{6FB6B91F-BB11-E946-B7F6-1372EDB8DEC1}" type="slidenum">
              <a:rPr lang="en-US" smtClean="0"/>
              <a:pPr/>
              <a:t>21</a:t>
            </a:fld>
            <a:endParaRPr lang="en-US" dirty="0"/>
          </a:p>
        </p:txBody>
      </p:sp>
    </p:spTree>
    <p:extLst>
      <p:ext uri="{BB962C8B-B14F-4D97-AF65-F5344CB8AC3E}">
        <p14:creationId xmlns:p14="http://schemas.microsoft.com/office/powerpoint/2010/main" val="791255587"/>
      </p:ext>
    </p:extLst>
  </p:cSld>
  <p:clrMapOvr>
    <a:masterClrMapping/>
  </p:clrMapOvr>
</p:sld>
</file>

<file path=ppt/theme/theme1.xml><?xml version="1.0" encoding="utf-8"?>
<a:theme xmlns:a="http://schemas.openxmlformats.org/drawingml/2006/main" name="SandiaBrand">
  <a:themeElements>
    <a:clrScheme name="Sandia Brand">
      <a:dk1>
        <a:srgbClr val="1B1B1B"/>
      </a:dk1>
      <a:lt1>
        <a:srgbClr val="FFFFFF"/>
      </a:lt1>
      <a:dk2>
        <a:srgbClr val="0075A9"/>
      </a:dk2>
      <a:lt2>
        <a:srgbClr val="7D8EA0"/>
      </a:lt2>
      <a:accent1>
        <a:srgbClr val="00ACCF"/>
      </a:accent1>
      <a:accent2>
        <a:srgbClr val="287968"/>
      </a:accent2>
      <a:accent3>
        <a:srgbClr val="69B244"/>
      </a:accent3>
      <a:accent4>
        <a:srgbClr val="EC8A00"/>
      </a:accent4>
      <a:accent5>
        <a:srgbClr val="C41D24"/>
      </a:accent5>
      <a:accent6>
        <a:srgbClr val="8A2B78"/>
      </a:accent6>
      <a:hlink>
        <a:srgbClr val="007F9B"/>
      </a:hlink>
      <a:folHlink>
        <a:srgbClr val="0275A9"/>
      </a:folHlink>
    </a:clrScheme>
    <a:fontScheme name="Sandia Brand">
      <a:majorFont>
        <a:latin typeface="Exo 2"/>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spcBef>
            <a:spcPts val="1000"/>
          </a:spcBef>
          <a:spcAft>
            <a:spcPts val="600"/>
          </a:spcAft>
          <a:defRPr dirty="0" smtClean="0">
            <a:solidFill>
              <a:schemeClr val="bg1"/>
            </a:solidFill>
          </a:defRPr>
        </a:defPPr>
      </a:lstStyle>
    </a:txDef>
  </a:objectDefaults>
  <a:extraClrSchemeLst/>
  <a:extLst>
    <a:ext uri="{05A4C25C-085E-4340-85A3-A5531E510DB2}">
      <thm15:themeFamily xmlns:thm15="http://schemas.microsoft.com/office/thememl/2012/main" name="UUI_UUR_SandiaModern_Template_75" id="{132FCC6C-EBDE-C940-A8CC-8CBBA3548ED1}" vid="{B8F3E22B-8B6D-4C4C-9515-714647B75786}"/>
    </a:ext>
  </a:extLst>
</a:theme>
</file>

<file path=ppt/theme/theme2.xml><?xml version="1.0" encoding="utf-8"?>
<a:theme xmlns:a="http://schemas.openxmlformats.org/drawingml/2006/main" name="SandiaBrand_75th">
  <a:themeElements>
    <a:clrScheme name="Sandia Brand">
      <a:dk1>
        <a:srgbClr val="1B1B1B"/>
      </a:dk1>
      <a:lt1>
        <a:srgbClr val="FFFFFF"/>
      </a:lt1>
      <a:dk2>
        <a:srgbClr val="0075A9"/>
      </a:dk2>
      <a:lt2>
        <a:srgbClr val="7D8EA0"/>
      </a:lt2>
      <a:accent1>
        <a:srgbClr val="00ACCF"/>
      </a:accent1>
      <a:accent2>
        <a:srgbClr val="287968"/>
      </a:accent2>
      <a:accent3>
        <a:srgbClr val="69B244"/>
      </a:accent3>
      <a:accent4>
        <a:srgbClr val="EC8A00"/>
      </a:accent4>
      <a:accent5>
        <a:srgbClr val="C41D24"/>
      </a:accent5>
      <a:accent6>
        <a:srgbClr val="8A2B78"/>
      </a:accent6>
      <a:hlink>
        <a:srgbClr val="007F9B"/>
      </a:hlink>
      <a:folHlink>
        <a:srgbClr val="0275A9"/>
      </a:folHlink>
    </a:clrScheme>
    <a:fontScheme name="Sandia Brand">
      <a:majorFont>
        <a:latin typeface="Exo 2"/>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spcBef>
            <a:spcPts val="1000"/>
          </a:spcBef>
          <a:spcAft>
            <a:spcPts val="600"/>
          </a:spcAft>
          <a:defRPr dirty="0" smtClean="0">
            <a:solidFill>
              <a:schemeClr val="bg1"/>
            </a:solidFill>
          </a:defRPr>
        </a:defPPr>
      </a:lstStyle>
    </a:txDef>
  </a:objectDefaults>
  <a:extraClrSchemeLst/>
  <a:extLst>
    <a:ext uri="{05A4C25C-085E-4340-85A3-A5531E510DB2}">
      <thm15:themeFamily xmlns:thm15="http://schemas.microsoft.com/office/thememl/2012/main" name="UUI_UUR_SandiaModern_Template_75" id="{132FCC6C-EBDE-C940-A8CC-8CBBA3548ED1}" vid="{D61B8D8B-90E3-A445-B6DE-63453FD25BD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SandiaBrand</Template>
  <TotalTime>7494</TotalTime>
  <Words>1531</Words>
  <Application>Microsoft Macintosh PowerPoint</Application>
  <PresentationFormat>Widescreen</PresentationFormat>
  <Paragraphs>253</Paragraphs>
  <Slides>21</Slides>
  <Notes>10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21</vt:i4>
      </vt:variant>
    </vt:vector>
  </HeadingPairs>
  <TitlesOfParts>
    <vt:vector size="32" baseType="lpstr">
      <vt:lpstr>Apple Symbols</vt:lpstr>
      <vt:lpstr>Arial</vt:lpstr>
      <vt:lpstr>Calibri</vt:lpstr>
      <vt:lpstr>Courier New</vt:lpstr>
      <vt:lpstr>Exo 2</vt:lpstr>
      <vt:lpstr>Exo 2 Semi Bold</vt:lpstr>
      <vt:lpstr>Open Sans</vt:lpstr>
      <vt:lpstr>Open Sans SemiBold</vt:lpstr>
      <vt:lpstr>Wingdings</vt:lpstr>
      <vt:lpstr>SandiaBrand</vt:lpstr>
      <vt:lpstr>SandiaBrand_75th</vt:lpstr>
      <vt:lpstr>Trilinos CI Testing/Contribution Overview</vt:lpstr>
      <vt:lpstr>Trilinos DevSecOps Team</vt:lpstr>
      <vt:lpstr>How Trilinos CI Testing Works</vt:lpstr>
      <vt:lpstr>CI Testing</vt:lpstr>
      <vt:lpstr>How does Trilinos CI V1 work?</vt:lpstr>
      <vt:lpstr>How does Trilinos CI V2 work?</vt:lpstr>
      <vt:lpstr>Trilinos AT2 Runner Decision Tree</vt:lpstr>
      <vt:lpstr>A Note on Build Speed (Why ccache Matters for Trilinos)</vt:lpstr>
      <vt:lpstr>How DOES Trilinos CI V2 work WithouT Sandia Resources?</vt:lpstr>
      <vt:lpstr>How COULD Trilinos CI V2 work WITH UO/CASS Resources?</vt:lpstr>
      <vt:lpstr>The Future of Trilinos CI</vt:lpstr>
      <vt:lpstr>Making Trilinos Easier to Build</vt:lpstr>
      <vt:lpstr>Minimizing Configuration Options</vt:lpstr>
      <vt:lpstr>Minimizing Configuration Options</vt:lpstr>
      <vt:lpstr>Minimizing Configuration Options</vt:lpstr>
      <vt:lpstr>Minimizing Configuration Options – Third-party Libraries</vt:lpstr>
      <vt:lpstr>Minimizing Configuration Options – Package Disables</vt:lpstr>
      <vt:lpstr>Minimizing Configuration Options – Test Disables</vt:lpstr>
      <vt:lpstr>Minimizing Configuration Options – Global Configuration</vt:lpstr>
      <vt:lpstr>Spack</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Browne, Samuel Elliott</dc:creator>
  <cp:lastModifiedBy>Browne, Samuel Elliott</cp:lastModifiedBy>
  <cp:revision>1</cp:revision>
  <dcterms:created xsi:type="dcterms:W3CDTF">2025-04-23T19:40:40Z</dcterms:created>
  <dcterms:modified xsi:type="dcterms:W3CDTF">2025-04-29T19:18:59Z</dcterms:modified>
</cp:coreProperties>
</file>